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16"/>
  </p:notesMasterIdLst>
  <p:sldIdLst>
    <p:sldId id="256" r:id="rId3"/>
    <p:sldId id="257" r:id="rId4"/>
    <p:sldId id="470" r:id="rId5"/>
    <p:sldId id="375" r:id="rId6"/>
    <p:sldId id="497" r:id="rId7"/>
    <p:sldId id="498" r:id="rId8"/>
    <p:sldId id="501" r:id="rId9"/>
    <p:sldId id="500" r:id="rId10"/>
    <p:sldId id="502" r:id="rId11"/>
    <p:sldId id="496" r:id="rId12"/>
    <p:sldId id="503" r:id="rId13"/>
    <p:sldId id="454" r:id="rId14"/>
    <p:sldId id="505" r:id="rId15"/>
  </p:sldIdLst>
  <p:sldSz cx="9144000" cy="6858000" type="screen4x3"/>
  <p:notesSz cx="7315200" cy="9601200"/>
  <p:defaultTextStyle>
    <a:defPPr>
      <a:defRPr lang="es-ES"/>
    </a:defPPr>
    <a:lvl1pPr algn="l" rtl="0" eaLnBrk="0" fontAlgn="base" hangingPunct="0">
      <a:spcBef>
        <a:spcPct val="0"/>
      </a:spcBef>
      <a:spcAft>
        <a:spcPct val="0"/>
      </a:spcAft>
      <a:defRPr kern="1200">
        <a:solidFill>
          <a:schemeClr val="tx1"/>
        </a:solidFill>
        <a:latin typeface="Arial" pitchFamily="34" charset="0"/>
        <a:ea typeface="DejaVu Sans"/>
        <a:cs typeface="DejaVu Sans"/>
      </a:defRPr>
    </a:lvl1pPr>
    <a:lvl2pPr marL="457200" algn="l" rtl="0" eaLnBrk="0" fontAlgn="base" hangingPunct="0">
      <a:spcBef>
        <a:spcPct val="0"/>
      </a:spcBef>
      <a:spcAft>
        <a:spcPct val="0"/>
      </a:spcAft>
      <a:defRPr kern="1200">
        <a:solidFill>
          <a:schemeClr val="tx1"/>
        </a:solidFill>
        <a:latin typeface="Arial" pitchFamily="34" charset="0"/>
        <a:ea typeface="DejaVu Sans"/>
        <a:cs typeface="DejaVu Sans"/>
      </a:defRPr>
    </a:lvl2pPr>
    <a:lvl3pPr marL="914400" algn="l" rtl="0" eaLnBrk="0" fontAlgn="base" hangingPunct="0">
      <a:spcBef>
        <a:spcPct val="0"/>
      </a:spcBef>
      <a:spcAft>
        <a:spcPct val="0"/>
      </a:spcAft>
      <a:defRPr kern="1200">
        <a:solidFill>
          <a:schemeClr val="tx1"/>
        </a:solidFill>
        <a:latin typeface="Arial" pitchFamily="34" charset="0"/>
        <a:ea typeface="DejaVu Sans"/>
        <a:cs typeface="DejaVu Sans"/>
      </a:defRPr>
    </a:lvl3pPr>
    <a:lvl4pPr marL="1371600" algn="l" rtl="0" eaLnBrk="0" fontAlgn="base" hangingPunct="0">
      <a:spcBef>
        <a:spcPct val="0"/>
      </a:spcBef>
      <a:spcAft>
        <a:spcPct val="0"/>
      </a:spcAft>
      <a:defRPr kern="1200">
        <a:solidFill>
          <a:schemeClr val="tx1"/>
        </a:solidFill>
        <a:latin typeface="Arial" pitchFamily="34" charset="0"/>
        <a:ea typeface="DejaVu Sans"/>
        <a:cs typeface="DejaVu Sans"/>
      </a:defRPr>
    </a:lvl4pPr>
    <a:lvl5pPr marL="1828800" algn="l" rtl="0" eaLnBrk="0" fontAlgn="base" hangingPunct="0">
      <a:spcBef>
        <a:spcPct val="0"/>
      </a:spcBef>
      <a:spcAft>
        <a:spcPct val="0"/>
      </a:spcAft>
      <a:defRPr kern="1200">
        <a:solidFill>
          <a:schemeClr val="tx1"/>
        </a:solidFill>
        <a:latin typeface="Arial" pitchFamily="34" charset="0"/>
        <a:ea typeface="DejaVu Sans"/>
        <a:cs typeface="DejaVu Sans"/>
      </a:defRPr>
    </a:lvl5pPr>
    <a:lvl6pPr marL="2286000" algn="l" defTabSz="914400" rtl="0" eaLnBrk="1" latinLnBrk="0" hangingPunct="1">
      <a:defRPr kern="1200">
        <a:solidFill>
          <a:schemeClr val="tx1"/>
        </a:solidFill>
        <a:latin typeface="Arial" pitchFamily="34" charset="0"/>
        <a:ea typeface="DejaVu Sans"/>
        <a:cs typeface="DejaVu Sans"/>
      </a:defRPr>
    </a:lvl6pPr>
    <a:lvl7pPr marL="2743200" algn="l" defTabSz="914400" rtl="0" eaLnBrk="1" latinLnBrk="0" hangingPunct="1">
      <a:defRPr kern="1200">
        <a:solidFill>
          <a:schemeClr val="tx1"/>
        </a:solidFill>
        <a:latin typeface="Arial" pitchFamily="34" charset="0"/>
        <a:ea typeface="DejaVu Sans"/>
        <a:cs typeface="DejaVu Sans"/>
      </a:defRPr>
    </a:lvl7pPr>
    <a:lvl8pPr marL="3200400" algn="l" defTabSz="914400" rtl="0" eaLnBrk="1" latinLnBrk="0" hangingPunct="1">
      <a:defRPr kern="1200">
        <a:solidFill>
          <a:schemeClr val="tx1"/>
        </a:solidFill>
        <a:latin typeface="Arial" pitchFamily="34" charset="0"/>
        <a:ea typeface="DejaVu Sans"/>
        <a:cs typeface="DejaVu Sans"/>
      </a:defRPr>
    </a:lvl8pPr>
    <a:lvl9pPr marL="3657600" algn="l" defTabSz="914400" rtl="0" eaLnBrk="1" latinLnBrk="0" hangingPunct="1">
      <a:defRPr kern="1200">
        <a:solidFill>
          <a:schemeClr val="tx1"/>
        </a:solidFill>
        <a:latin typeface="Arial" pitchFamily="34" charset="0"/>
        <a:ea typeface="DejaVu Sans"/>
        <a:cs typeface="DejaVu San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Estilo claro 3 - Acento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napVertSplitter="1" vertBarState="minimized" horzBarState="maximized">
    <p:restoredLeft sz="34570" autoAdjust="0"/>
    <p:restoredTop sz="86432" autoAdjust="0"/>
  </p:normalViewPr>
  <p:slideViewPr>
    <p:cSldViewPr snapToGrid="0">
      <p:cViewPr varScale="1">
        <p:scale>
          <a:sx n="90" d="100"/>
          <a:sy n="90" d="100"/>
        </p:scale>
        <p:origin x="1464" y="66"/>
      </p:cViewPr>
      <p:guideLst>
        <p:guide orient="horz" pos="2160"/>
        <p:guide pos="2880"/>
      </p:guideLst>
    </p:cSldViewPr>
  </p:slideViewPr>
  <p:outlineViewPr>
    <p:cViewPr>
      <p:scale>
        <a:sx n="33" d="100"/>
        <a:sy n="33" d="100"/>
      </p:scale>
      <p:origin x="264" y="18528"/>
    </p:cViewPr>
  </p:outlineViewPr>
  <p:notesTextViewPr>
    <p:cViewPr>
      <p:scale>
        <a:sx n="1" d="1"/>
        <a:sy n="1" d="1"/>
      </p:scale>
      <p:origin x="0" y="0"/>
    </p:cViewPr>
  </p:notesTextViewPr>
  <p:sorterViewPr>
    <p:cViewPr>
      <p:scale>
        <a:sx n="66" d="100"/>
        <a:sy n="66" d="100"/>
      </p:scale>
      <p:origin x="0" y="204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8" name="PlaceHolder 1"/>
          <p:cNvSpPr>
            <a:spLocks noGrp="1"/>
          </p:cNvSpPr>
          <p:nvPr>
            <p:ph type="body"/>
          </p:nvPr>
        </p:nvSpPr>
        <p:spPr>
          <a:xfrm>
            <a:off x="755650" y="5078413"/>
            <a:ext cx="6048375" cy="4811712"/>
          </a:xfrm>
          <a:prstGeom prst="rect">
            <a:avLst/>
          </a:prstGeom>
        </p:spPr>
        <p:txBody>
          <a:bodyPr wrap="none" lIns="0" tIns="0" rIns="0" bIns="0"/>
          <a:lstStyle/>
          <a:p>
            <a:pPr lvl="0"/>
            <a:r>
              <a:rPr lang="es-ES" noProof="0"/>
              <a:t>Pulse para editar el formato de las notas</a:t>
            </a:r>
            <a:endParaRPr noProof="0"/>
          </a:p>
        </p:txBody>
      </p:sp>
      <p:sp>
        <p:nvSpPr>
          <p:cNvPr id="149" name="PlaceHolder 2"/>
          <p:cNvSpPr>
            <a:spLocks noGrp="1"/>
          </p:cNvSpPr>
          <p:nvPr>
            <p:ph type="hdr"/>
          </p:nvPr>
        </p:nvSpPr>
        <p:spPr>
          <a:xfrm>
            <a:off x="0" y="0"/>
            <a:ext cx="3279775" cy="534988"/>
          </a:xfrm>
          <a:prstGeom prst="rect">
            <a:avLst/>
          </a:prstGeom>
        </p:spPr>
        <p:txBody>
          <a:bodyPr wrap="none" lIns="0" tIns="0" rIns="0" bIns="0"/>
          <a:lstStyle>
            <a:lvl1pPr eaLnBrk="1" fontAlgn="auto" hangingPunct="1">
              <a:spcBef>
                <a:spcPts val="0"/>
              </a:spcBef>
              <a:spcAft>
                <a:spcPts val="0"/>
              </a:spcAft>
              <a:defRPr>
                <a:latin typeface="+mn-lt"/>
                <a:ea typeface="+mn-ea"/>
                <a:cs typeface="+mn-cs"/>
              </a:defRPr>
            </a:lvl1pPr>
          </a:lstStyle>
          <a:p>
            <a:pPr>
              <a:defRPr/>
            </a:pPr>
            <a:r>
              <a:rPr lang="es-ES" dirty="0"/>
              <a:t>&lt;encabezado&gt;</a:t>
            </a:r>
            <a:endParaRPr/>
          </a:p>
        </p:txBody>
      </p:sp>
      <p:sp>
        <p:nvSpPr>
          <p:cNvPr id="150" name="PlaceHolder 3"/>
          <p:cNvSpPr>
            <a:spLocks noGrp="1"/>
          </p:cNvSpPr>
          <p:nvPr>
            <p:ph type="dt"/>
          </p:nvPr>
        </p:nvSpPr>
        <p:spPr>
          <a:xfrm>
            <a:off x="4279900" y="0"/>
            <a:ext cx="3279775" cy="534988"/>
          </a:xfrm>
          <a:prstGeom prst="rect">
            <a:avLst/>
          </a:prstGeom>
        </p:spPr>
        <p:txBody>
          <a:bodyPr wrap="none" lIns="0" tIns="0" rIns="0" bIns="0"/>
          <a:lstStyle>
            <a:lvl1pPr algn="r" eaLnBrk="1" fontAlgn="auto" hangingPunct="1">
              <a:spcBef>
                <a:spcPts val="0"/>
              </a:spcBef>
              <a:spcAft>
                <a:spcPts val="0"/>
              </a:spcAft>
              <a:defRPr>
                <a:latin typeface="+mn-lt"/>
                <a:ea typeface="+mn-ea"/>
                <a:cs typeface="+mn-cs"/>
              </a:defRPr>
            </a:lvl1pPr>
          </a:lstStyle>
          <a:p>
            <a:pPr>
              <a:defRPr/>
            </a:pPr>
            <a:r>
              <a:rPr lang="es-ES" dirty="0"/>
              <a:t>&lt;fecha/hora&gt;</a:t>
            </a:r>
            <a:endParaRPr/>
          </a:p>
        </p:txBody>
      </p:sp>
      <p:sp>
        <p:nvSpPr>
          <p:cNvPr id="151" name="PlaceHolder 4"/>
          <p:cNvSpPr>
            <a:spLocks noGrp="1"/>
          </p:cNvSpPr>
          <p:nvPr>
            <p:ph type="ftr"/>
          </p:nvPr>
        </p:nvSpPr>
        <p:spPr>
          <a:xfrm>
            <a:off x="0" y="10156825"/>
            <a:ext cx="3279775" cy="534988"/>
          </a:xfrm>
          <a:prstGeom prst="rect">
            <a:avLst/>
          </a:prstGeom>
        </p:spPr>
        <p:txBody>
          <a:bodyPr wrap="none" lIns="0" tIns="0" rIns="0" bIns="0" anchor="b"/>
          <a:lstStyle>
            <a:lvl1pPr eaLnBrk="1" fontAlgn="auto" hangingPunct="1">
              <a:spcBef>
                <a:spcPts val="0"/>
              </a:spcBef>
              <a:spcAft>
                <a:spcPts val="0"/>
              </a:spcAft>
              <a:defRPr>
                <a:latin typeface="+mn-lt"/>
                <a:ea typeface="+mn-ea"/>
                <a:cs typeface="+mn-cs"/>
              </a:defRPr>
            </a:lvl1pPr>
          </a:lstStyle>
          <a:p>
            <a:pPr>
              <a:defRPr/>
            </a:pPr>
            <a:r>
              <a:rPr lang="es-ES" dirty="0"/>
              <a:t>&lt;pie de página&gt;</a:t>
            </a:r>
            <a:endParaRPr/>
          </a:p>
        </p:txBody>
      </p:sp>
      <p:sp>
        <p:nvSpPr>
          <p:cNvPr id="152" name="PlaceHolder 5"/>
          <p:cNvSpPr>
            <a:spLocks noGrp="1"/>
          </p:cNvSpPr>
          <p:nvPr>
            <p:ph type="sldNum"/>
          </p:nvPr>
        </p:nvSpPr>
        <p:spPr>
          <a:xfrm>
            <a:off x="4279900" y="10156825"/>
            <a:ext cx="3279775" cy="534988"/>
          </a:xfrm>
          <a:prstGeom prst="rect">
            <a:avLst/>
          </a:prstGeom>
        </p:spPr>
        <p:txBody>
          <a:bodyPr vert="horz" wrap="none" lIns="0" tIns="0" rIns="0" bIns="0" numCol="1" anchor="b" anchorCtr="0" compatLnSpc="1">
            <a:prstTxWarp prst="textNoShape">
              <a:avLst/>
            </a:prstTxWarp>
          </a:bodyPr>
          <a:lstStyle>
            <a:lvl1pPr algn="r" eaLnBrk="1" hangingPunct="1">
              <a:defRPr/>
            </a:lvl1pPr>
          </a:lstStyle>
          <a:p>
            <a:fld id="{08A29B18-24F1-4F27-8E08-4E39B76C053E}" type="slidenum">
              <a:rPr lang="es-ES"/>
              <a:pPr/>
              <a:t>‹Nº›</a:t>
            </a:fld>
            <a:endParaRPr lang="es-ES" dirty="0"/>
          </a:p>
        </p:txBody>
      </p:sp>
    </p:spTree>
    <p:extLst>
      <p:ext uri="{BB962C8B-B14F-4D97-AF65-F5344CB8AC3E}">
        <p14:creationId xmlns:p14="http://schemas.microsoft.com/office/powerpoint/2010/main" val="26251650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742950" indent="-285750" algn="l" rtl="0" eaLnBrk="0" fontAlgn="base" hangingPunct="0">
      <a:spcBef>
        <a:spcPct val="30000"/>
      </a:spcBef>
      <a:spcAft>
        <a:spcPct val="0"/>
      </a:spcAft>
      <a:defRPr sz="1200" kern="1200">
        <a:solidFill>
          <a:schemeClr val="tx1"/>
        </a:solidFill>
        <a:latin typeface="+mn-lt"/>
        <a:ea typeface="+mn-ea"/>
        <a:cs typeface="+mn-cs"/>
      </a:defRPr>
    </a:lvl2pPr>
    <a:lvl3pPr marL="1143000" indent="-228600" algn="l" rtl="0" eaLnBrk="0" fontAlgn="base" hangingPunct="0">
      <a:spcBef>
        <a:spcPct val="30000"/>
      </a:spcBef>
      <a:spcAft>
        <a:spcPct val="0"/>
      </a:spcAft>
      <a:defRPr sz="1200" kern="1200">
        <a:solidFill>
          <a:schemeClr val="tx1"/>
        </a:solidFill>
        <a:latin typeface="+mn-lt"/>
        <a:ea typeface="+mn-ea"/>
        <a:cs typeface="+mn-cs"/>
      </a:defRPr>
    </a:lvl3pPr>
    <a:lvl4pPr marL="1600200" indent="-228600" algn="l" rtl="0" eaLnBrk="0" fontAlgn="base" hangingPunct="0">
      <a:spcBef>
        <a:spcPct val="30000"/>
      </a:spcBef>
      <a:spcAft>
        <a:spcPct val="0"/>
      </a:spcAft>
      <a:defRPr sz="1200" kern="1200">
        <a:solidFill>
          <a:schemeClr val="tx1"/>
        </a:solidFill>
        <a:latin typeface="+mn-lt"/>
        <a:ea typeface="+mn-ea"/>
        <a:cs typeface="+mn-cs"/>
      </a:defRPr>
    </a:lvl4pPr>
    <a:lvl5pPr marL="2057400" indent="-2286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Shape 1"/>
          <p:cNvSpPr txBox="1">
            <a:spLocks noChangeArrowheads="1"/>
          </p:cNvSpPr>
          <p:nvPr/>
        </p:nvSpPr>
        <p:spPr bwMode="auto">
          <a:xfrm>
            <a:off x="4143375" y="9118600"/>
            <a:ext cx="3170238" cy="481013"/>
          </a:xfrm>
          <a:prstGeom prst="rect">
            <a:avLst/>
          </a:prstGeom>
          <a:noFill/>
          <a:ln w="9525">
            <a:noFill/>
            <a:miter lim="800000"/>
            <a:headEnd/>
            <a:tailEnd/>
          </a:ln>
        </p:spPr>
        <p:txBody>
          <a:bodyPr lIns="96480" tIns="48240" rIns="96480" bIns="48240" anchor="b"/>
          <a:lstStyle/>
          <a:p>
            <a:pPr algn="r" eaLnBrk="1" hangingPunct="1"/>
            <a:fld id="{315FB4F8-75DB-4685-87C1-9A7B316961CB}" type="slidenum">
              <a:rPr lang="es-ES" altLang="es-ES" sz="1200"/>
              <a:pPr algn="r" eaLnBrk="1" hangingPunct="1"/>
              <a:t>1</a:t>
            </a:fld>
            <a:endParaRPr lang="es-ES" altLang="es-ES" dirty="0"/>
          </a:p>
        </p:txBody>
      </p:sp>
      <p:sp>
        <p:nvSpPr>
          <p:cNvPr id="29699" name="PlaceHolder 2"/>
          <p:cNvSpPr>
            <a:spLocks noGrp="1"/>
          </p:cNvSpPr>
          <p:nvPr>
            <p:ph type="body"/>
          </p:nvPr>
        </p:nvSpPr>
        <p:spPr bwMode="auto">
          <a:xfrm>
            <a:off x="731838" y="4560888"/>
            <a:ext cx="5851525" cy="4321175"/>
          </a:xfrm>
          <a:noFill/>
        </p:spPr>
        <p:txBody>
          <a:bodyPr vert="horz" lIns="96480" tIns="48240" rIns="96480" bIns="48240" numCol="1" anchor="t" anchorCtr="0" compatLnSpc="1">
            <a:prstTxWarp prst="textNoShape">
              <a:avLst/>
            </a:prstTxWarp>
          </a:bodyPr>
          <a:lstStyle/>
          <a:p>
            <a:pPr eaLnBrk="1" hangingPunct="1">
              <a:spcBef>
                <a:spcPct val="0"/>
              </a:spcBef>
            </a:pPr>
            <a:endParaRPr lang="es-ES" altLang="es-E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Marcador de imagen de diapositiva 1"/>
          <p:cNvSpPr>
            <a:spLocks noGrp="1" noRot="1" noChangeAspect="1"/>
          </p:cNvSpPr>
          <p:nvPr>
            <p:ph type="sldImg"/>
          </p:nvPr>
        </p:nvSpPr>
        <p:spPr bwMode="auto">
          <a:xfrm>
            <a:off x="1497013" y="1200150"/>
            <a:ext cx="4321175" cy="3240088"/>
          </a:xfrm>
          <a:prstGeom prst="rect">
            <a:avLst/>
          </a:prstGeom>
          <a:noFill/>
          <a:ln w="12700">
            <a:solidFill>
              <a:srgbClr val="000000"/>
            </a:solidFill>
            <a:miter lim="800000"/>
            <a:headEnd/>
            <a:tailEnd/>
          </a:ln>
        </p:spPr>
      </p:sp>
      <p:sp>
        <p:nvSpPr>
          <p:cNvPr id="32771" name="Marcador de notas 2"/>
          <p:cNvSpPr>
            <a:spLocks noGrp="1"/>
          </p:cNvSpPr>
          <p:nvPr>
            <p:ph type="body" idx="1"/>
          </p:nvPr>
        </p:nvSpPr>
        <p:spPr bwMode="auto">
          <a:noFill/>
        </p:spPr>
        <p:txBody>
          <a:bodyPr vert="horz" numCol="1" anchor="t" anchorCtr="0" compatLnSpc="1">
            <a:prstTxWarp prst="textNoShape">
              <a:avLst/>
            </a:prstTxWarp>
          </a:bodyPr>
          <a:lstStyle/>
          <a:p>
            <a:endParaRPr lang="es-ES" altLang="es-ES" dirty="0"/>
          </a:p>
        </p:txBody>
      </p:sp>
      <p:sp>
        <p:nvSpPr>
          <p:cNvPr id="4" name="Marcador de número de diapositiva 3"/>
          <p:cNvSpPr>
            <a:spLocks noGrp="1"/>
          </p:cNvSpPr>
          <p:nvPr>
            <p:ph type="sldNum" sz="quarter"/>
          </p:nvPr>
        </p:nvSpPr>
        <p:spPr/>
        <p:txBody>
          <a:bodyPr/>
          <a:lstStyle/>
          <a:p>
            <a:fld id="{661D21FC-FFB1-47F2-8E9A-052A616E7A1A}" type="slidenum">
              <a:rPr lang="es-ES"/>
              <a:pPr/>
              <a:t>2</a:t>
            </a:fld>
            <a:endParaRPr lang="es-E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Marcador de imagen de diapositiva 1"/>
          <p:cNvSpPr>
            <a:spLocks noGrp="1" noRot="1" noChangeAspect="1"/>
          </p:cNvSpPr>
          <p:nvPr>
            <p:ph type="sldImg"/>
          </p:nvPr>
        </p:nvSpPr>
        <p:spPr bwMode="auto">
          <a:xfrm>
            <a:off x="1497013" y="1200150"/>
            <a:ext cx="4321175" cy="3240088"/>
          </a:xfrm>
          <a:prstGeom prst="rect">
            <a:avLst/>
          </a:prstGeom>
          <a:noFill/>
          <a:ln w="12700">
            <a:solidFill>
              <a:srgbClr val="000000"/>
            </a:solidFill>
            <a:miter lim="800000"/>
            <a:headEnd/>
            <a:tailEnd/>
          </a:ln>
        </p:spPr>
      </p:sp>
      <p:sp>
        <p:nvSpPr>
          <p:cNvPr id="32771" name="Marcador de notas 2"/>
          <p:cNvSpPr>
            <a:spLocks noGrp="1"/>
          </p:cNvSpPr>
          <p:nvPr>
            <p:ph type="body" idx="1"/>
          </p:nvPr>
        </p:nvSpPr>
        <p:spPr bwMode="auto">
          <a:noFill/>
        </p:spPr>
        <p:txBody>
          <a:bodyPr vert="horz" numCol="1" anchor="t" anchorCtr="0" compatLnSpc="1">
            <a:prstTxWarp prst="textNoShape">
              <a:avLst/>
            </a:prstTxWarp>
          </a:bodyPr>
          <a:lstStyle/>
          <a:p>
            <a:endParaRPr lang="es-ES" altLang="es-ES" dirty="0"/>
          </a:p>
        </p:txBody>
      </p:sp>
      <p:sp>
        <p:nvSpPr>
          <p:cNvPr id="4" name="Marcador de número de diapositiva 3"/>
          <p:cNvSpPr>
            <a:spLocks noGrp="1"/>
          </p:cNvSpPr>
          <p:nvPr>
            <p:ph type="sldNum" sz="quarter"/>
          </p:nvPr>
        </p:nvSpPr>
        <p:spPr/>
        <p:txBody>
          <a:bodyPr/>
          <a:lstStyle/>
          <a:p>
            <a:fld id="{661D21FC-FFB1-47F2-8E9A-052A616E7A1A}" type="slidenum">
              <a:rPr lang="es-ES"/>
              <a:pPr/>
              <a:t>3</a:t>
            </a:fld>
            <a:endParaRPr lang="es-E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1258888" y="720725"/>
            <a:ext cx="4797425" cy="3598863"/>
          </a:xfrm>
          <a:prstGeom prst="rect">
            <a:avLst/>
          </a:prstGeom>
        </p:spPr>
      </p:sp>
      <p:sp>
        <p:nvSpPr>
          <p:cNvPr id="3" name="2 Marcador de notas"/>
          <p:cNvSpPr>
            <a:spLocks noGrp="1"/>
          </p:cNvSpPr>
          <p:nvPr>
            <p:ph type="body" idx="1"/>
          </p:nvPr>
        </p:nvSpPr>
        <p:spPr/>
        <p:txBody>
          <a:bodyPr>
            <a:normAutofit/>
          </a:bodyPr>
          <a:lstStyle/>
          <a:p>
            <a:pPr>
              <a:buNone/>
            </a:pPr>
            <a:r>
              <a:rPr lang="es-ES" b="1" dirty="0">
                <a:latin typeface="Arial" pitchFamily="34" charset="0"/>
                <a:cs typeface="Arial" pitchFamily="34" charset="0"/>
              </a:rPr>
              <a:t>Objeto de estudio: </a:t>
            </a:r>
          </a:p>
          <a:p>
            <a:pPr>
              <a:buNone/>
            </a:pPr>
            <a:r>
              <a:rPr lang="es-CU" dirty="0">
                <a:latin typeface="Arial" pitchFamily="34" charset="0"/>
                <a:cs typeface="Arial" pitchFamily="34" charset="0"/>
              </a:rPr>
              <a:t>    Mecanismos de licenciamiento de software en sistemas de medición y adquisición de datos.</a:t>
            </a:r>
            <a:endParaRPr lang="es-ES" b="1" dirty="0">
              <a:latin typeface="Arial" pitchFamily="34" charset="0"/>
              <a:cs typeface="Arial" pitchFamily="34" charset="0"/>
            </a:endParaRPr>
          </a:p>
          <a:p>
            <a:r>
              <a:rPr lang="es-CU" sz="1500" b="1" dirty="0">
                <a:latin typeface="Arial" pitchFamily="34" charset="0"/>
                <a:cs typeface="Arial" pitchFamily="34" charset="0"/>
              </a:rPr>
              <a:t>Campo de acción: </a:t>
            </a:r>
          </a:p>
          <a:p>
            <a:r>
              <a:rPr lang="es-CU" sz="1500" b="1" dirty="0">
                <a:latin typeface="Arial" pitchFamily="34" charset="0"/>
                <a:cs typeface="Arial" pitchFamily="34" charset="0"/>
              </a:rPr>
              <a:t>    </a:t>
            </a:r>
            <a:r>
              <a:rPr lang="es-ES" dirty="0">
                <a:latin typeface="Arial" pitchFamily="34" charset="0"/>
                <a:cs typeface="Arial" pitchFamily="34" charset="0"/>
              </a:rPr>
              <a:t>Mecanismos de licenciamiento del sistema Arex.</a:t>
            </a:r>
            <a:endParaRPr lang="es-ES" dirty="0"/>
          </a:p>
        </p:txBody>
      </p:sp>
      <p:sp>
        <p:nvSpPr>
          <p:cNvPr id="4" name="3 Marcador de número de diapositiva"/>
          <p:cNvSpPr>
            <a:spLocks noGrp="1"/>
          </p:cNvSpPr>
          <p:nvPr>
            <p:ph type="sldNum" sz="quarter" idx="10"/>
          </p:nvPr>
        </p:nvSpPr>
        <p:spPr/>
        <p:txBody>
          <a:bodyPr/>
          <a:lstStyle/>
          <a:p>
            <a:pPr>
              <a:defRPr/>
            </a:pPr>
            <a:fld id="{EC2B69E4-4C17-4E77-9DF6-AC1388FC20FA}" type="slidenum">
              <a:rPr lang="en-US" smtClean="0"/>
              <a:pPr>
                <a:defRPr/>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1258888" y="720725"/>
            <a:ext cx="4797425" cy="3598863"/>
          </a:xfrm>
          <a:prstGeom prst="rect">
            <a:avLst/>
          </a:prstGeom>
        </p:spPr>
      </p:sp>
      <p:sp>
        <p:nvSpPr>
          <p:cNvPr id="3" name="2 Marcador de notas"/>
          <p:cNvSpPr>
            <a:spLocks noGrp="1"/>
          </p:cNvSpPr>
          <p:nvPr>
            <p:ph type="body" idx="1"/>
          </p:nvPr>
        </p:nvSpPr>
        <p:spPr/>
        <p:txBody>
          <a:bodyPr>
            <a:normAutofit/>
          </a:bodyPr>
          <a:lstStyle/>
          <a:p>
            <a:r>
              <a:rPr lang="es-ES" dirty="0"/>
              <a:t>1 - Estudio del estado del arte, valorando las funcionalidades de mecanismos de licenciamiento existentes. </a:t>
            </a:r>
          </a:p>
          <a:p>
            <a:r>
              <a:rPr lang="es-ES" dirty="0"/>
              <a:t>2 - Identificación de los requisitos funcionales para el desarrollo de la solución propuesta.</a:t>
            </a:r>
          </a:p>
          <a:p>
            <a:r>
              <a:rPr lang="es-ES" dirty="0"/>
              <a:t>3 - Generación de los artefactos relacionados con el análisis y diseño de la solución propuesta.</a:t>
            </a:r>
          </a:p>
          <a:p>
            <a:r>
              <a:rPr lang="es-ES" dirty="0"/>
              <a:t>4 - Definición de los elementos que constituirán la nueva función hash de dicho mecanismo.</a:t>
            </a:r>
          </a:p>
          <a:p>
            <a:r>
              <a:rPr lang="es-ES" dirty="0"/>
              <a:t>5 - Definición de la arquitectura del nuevo sistema para licenciar al sistema Arex.</a:t>
            </a:r>
          </a:p>
          <a:p>
            <a:r>
              <a:rPr lang="es-ES" dirty="0"/>
              <a:t>6 - Diseño de la solución propuesta.</a:t>
            </a:r>
          </a:p>
          <a:p>
            <a:r>
              <a:rPr lang="es-ES" dirty="0"/>
              <a:t>7 - Diseño de la estrategia de pruebas para la solución propuesta.</a:t>
            </a:r>
          </a:p>
        </p:txBody>
      </p:sp>
      <p:sp>
        <p:nvSpPr>
          <p:cNvPr id="4" name="3 Marcador de número de diapositiva"/>
          <p:cNvSpPr>
            <a:spLocks noGrp="1"/>
          </p:cNvSpPr>
          <p:nvPr>
            <p:ph type="sldNum" sz="quarter" idx="10"/>
          </p:nvPr>
        </p:nvSpPr>
        <p:spPr/>
        <p:txBody>
          <a:bodyPr/>
          <a:lstStyle/>
          <a:p>
            <a:pPr>
              <a:defRPr/>
            </a:pPr>
            <a:fld id="{EC2B69E4-4C17-4E77-9DF6-AC1388FC20FA}" type="slidenum">
              <a:rPr lang="en-US" smtClean="0"/>
              <a:pPr>
                <a:defRPr/>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1258888" y="720725"/>
            <a:ext cx="4797425" cy="3598863"/>
          </a:xfrm>
          <a:prstGeom prst="rect">
            <a:avLst/>
          </a:prstGeom>
        </p:spPr>
      </p:sp>
      <p:sp>
        <p:nvSpPr>
          <p:cNvPr id="3" name="2 Marcador de notas"/>
          <p:cNvSpPr>
            <a:spLocks noGrp="1"/>
          </p:cNvSpPr>
          <p:nvPr>
            <p:ph type="body" idx="1"/>
          </p:nvPr>
        </p:nvSpPr>
        <p:spPr/>
        <p:txBody>
          <a:bodyPr>
            <a:normAutofit/>
          </a:bodyPr>
          <a:lstStyle/>
          <a:p>
            <a:r>
              <a:rPr lang="es-ES" b="1" dirty="0">
                <a:latin typeface="Arial" pitchFamily="34" charset="0"/>
                <a:cs typeface="Arial" pitchFamily="34" charset="0"/>
              </a:rPr>
              <a:t>Mecanismo de licenciamiento para el Sistema de Auditoría de Datos (AUDAT)</a:t>
            </a:r>
          </a:p>
          <a:p>
            <a:endParaRPr lang="es-ES" b="1" dirty="0">
              <a:latin typeface="Arial" pitchFamily="34" charset="0"/>
              <a:cs typeface="Arial" pitchFamily="34" charset="0"/>
            </a:endParaRPr>
          </a:p>
          <a:p>
            <a:pPr defTabSz="949239">
              <a:defRPr/>
            </a:pPr>
            <a:r>
              <a:rPr lang="es-ES" b="1" dirty="0">
                <a:latin typeface="Arial" pitchFamily="34" charset="0"/>
                <a:cs typeface="Arial" pitchFamily="34" charset="0"/>
              </a:rPr>
              <a:t>DalasQ</a:t>
            </a:r>
            <a:r>
              <a:rPr lang="es-ES" dirty="0">
                <a:latin typeface="Arial" pitchFamily="34" charset="0"/>
                <a:cs typeface="Arial" pitchFamily="34" charset="0"/>
              </a:rPr>
              <a:t> </a:t>
            </a:r>
          </a:p>
          <a:p>
            <a:endParaRPr lang="es-ES" dirty="0">
              <a:latin typeface="Arial" pitchFamily="34" charset="0"/>
              <a:cs typeface="Arial" pitchFamily="34" charset="0"/>
            </a:endParaRPr>
          </a:p>
          <a:p>
            <a:pPr defTabSz="949239">
              <a:defRPr/>
            </a:pPr>
            <a:r>
              <a:rPr lang="es-ES" b="1" dirty="0">
                <a:latin typeface="Arial" pitchFamily="34" charset="0"/>
                <a:cs typeface="Arial" pitchFamily="34" charset="0"/>
              </a:rPr>
              <a:t>Kaspersky Small Office Security </a:t>
            </a:r>
            <a:endParaRPr lang="es-ES" dirty="0">
              <a:latin typeface="Arial" pitchFamily="34" charset="0"/>
              <a:cs typeface="Arial" pitchFamily="34" charset="0"/>
            </a:endParaRPr>
          </a:p>
          <a:p>
            <a:endParaRPr lang="es-ES" dirty="0">
              <a:latin typeface="Arial" pitchFamily="34" charset="0"/>
              <a:cs typeface="Arial" pitchFamily="34" charset="0"/>
            </a:endParaRPr>
          </a:p>
        </p:txBody>
      </p:sp>
      <p:sp>
        <p:nvSpPr>
          <p:cNvPr id="4" name="3 Marcador de número de diapositiva"/>
          <p:cNvSpPr>
            <a:spLocks noGrp="1"/>
          </p:cNvSpPr>
          <p:nvPr>
            <p:ph type="sldNum" sz="quarter" idx="10"/>
          </p:nvPr>
        </p:nvSpPr>
        <p:spPr/>
        <p:txBody>
          <a:bodyPr/>
          <a:lstStyle/>
          <a:p>
            <a:pPr>
              <a:defRPr/>
            </a:pPr>
            <a:fld id="{EC2B69E4-4C17-4E77-9DF6-AC1388FC20FA}" type="slidenum">
              <a:rPr lang="en-US" smtClean="0"/>
              <a:pPr>
                <a:defRPr/>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1258888" y="720725"/>
            <a:ext cx="4797425" cy="3598863"/>
          </a:xfrm>
          <a:prstGeom prst="rect">
            <a:avLst/>
          </a:prstGeom>
        </p:spPr>
      </p:sp>
      <p:sp>
        <p:nvSpPr>
          <p:cNvPr id="3" name="2 Marcador de notas"/>
          <p:cNvSpPr>
            <a:spLocks noGrp="1"/>
          </p:cNvSpPr>
          <p:nvPr>
            <p:ph type="body" idx="1"/>
          </p:nvPr>
        </p:nvSpPr>
        <p:spPr/>
        <p:txBody>
          <a:bodyPr>
            <a:normAutofit/>
          </a:bodyPr>
          <a:lstStyle/>
          <a:p>
            <a:r>
              <a:rPr lang="es-ES" dirty="0">
                <a:latin typeface="Arial" pitchFamily="34" charset="0"/>
                <a:cs typeface="Arial" pitchFamily="34" charset="0"/>
              </a:rPr>
              <a:t>Sistema Gestor de Base de Datos (SGBD)  y Administrador de base de datos</a:t>
            </a:r>
          </a:p>
          <a:p>
            <a:r>
              <a:rPr lang="es-ES" dirty="0">
                <a:latin typeface="Arial" pitchFamily="34" charset="0"/>
                <a:cs typeface="Arial" pitchFamily="34" charset="0"/>
              </a:rPr>
              <a:t>Lenguaje de modelado</a:t>
            </a:r>
          </a:p>
          <a:p>
            <a:r>
              <a:rPr lang="es-ES" dirty="0">
                <a:latin typeface="Arial" pitchFamily="34" charset="0"/>
                <a:cs typeface="Arial" pitchFamily="34" charset="0"/>
              </a:rPr>
              <a:t>Lenguajes de programación</a:t>
            </a:r>
          </a:p>
          <a:p>
            <a:r>
              <a:rPr lang="es-ES" dirty="0">
                <a:latin typeface="Arial" pitchFamily="34" charset="0"/>
                <a:cs typeface="Arial" pitchFamily="34" charset="0"/>
              </a:rPr>
              <a:t>Entorno de desarrollo</a:t>
            </a:r>
          </a:p>
          <a:p>
            <a:r>
              <a:rPr lang="es-ES" dirty="0">
                <a:latin typeface="Arial" pitchFamily="34" charset="0"/>
                <a:cs typeface="Arial" pitchFamily="34" charset="0"/>
              </a:rPr>
              <a:t>Herramienta de Modelado</a:t>
            </a:r>
          </a:p>
          <a:p>
            <a:r>
              <a:rPr lang="es-ES" dirty="0">
                <a:latin typeface="Arial" pitchFamily="34" charset="0"/>
                <a:cs typeface="Arial" pitchFamily="34" charset="0"/>
              </a:rPr>
              <a:t>Cifrado de datos</a:t>
            </a:r>
          </a:p>
        </p:txBody>
      </p:sp>
      <p:sp>
        <p:nvSpPr>
          <p:cNvPr id="4" name="3 Marcador de número de diapositiva"/>
          <p:cNvSpPr>
            <a:spLocks noGrp="1"/>
          </p:cNvSpPr>
          <p:nvPr>
            <p:ph type="sldNum" sz="quarter" idx="10"/>
          </p:nvPr>
        </p:nvSpPr>
        <p:spPr/>
        <p:txBody>
          <a:bodyPr/>
          <a:lstStyle/>
          <a:p>
            <a:pPr>
              <a:defRPr/>
            </a:pPr>
            <a:fld id="{EC2B69E4-4C17-4E77-9DF6-AC1388FC20FA}" type="slidenum">
              <a:rPr lang="en-US" smtClean="0"/>
              <a:pPr>
                <a:defRPr/>
              </a:pPr>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1258888" y="720725"/>
            <a:ext cx="4797425" cy="3598863"/>
          </a:xfrm>
          <a:prstGeom prst="rect">
            <a:avLst/>
          </a:prstGeom>
        </p:spPr>
      </p:sp>
      <p:sp>
        <p:nvSpPr>
          <p:cNvPr id="3" name="2 Marcador de notas"/>
          <p:cNvSpPr>
            <a:spLocks noGrp="1"/>
          </p:cNvSpPr>
          <p:nvPr>
            <p:ph type="body" idx="1"/>
          </p:nvPr>
        </p:nvSpPr>
        <p:spPr/>
        <p:txBody>
          <a:bodyPr>
            <a:normAutofit/>
          </a:bodyPr>
          <a:lstStyle/>
          <a:p>
            <a:r>
              <a:rPr lang="es-ES" sz="1100" dirty="0">
                <a:latin typeface="Arial" pitchFamily="34" charset="0"/>
                <a:cs typeface="Arial" pitchFamily="34" charset="0"/>
              </a:rPr>
              <a:t>El escenario de la disciplina Requisitos que se aplica a AREX es el Escenario No4 para proyectos que no modelan el negocio solo pueden modelar el sistema con HU, el mismo plantea: Escenario No4: Aplica a los proyectos que hayan evaluado el negocio a informatizar y como resultado obtengan un negocio muy bien definido donde el cliente estará siempre acompañando al equipo de desarrollo. Para elaborar HU el proyecto debe establecer conversaciones acerca de las necesidades del cliente. Se recomienda en proyectos no muy extensos, ya que una HU no debe poseer demasiada información</a:t>
            </a:r>
          </a:p>
        </p:txBody>
      </p:sp>
      <p:sp>
        <p:nvSpPr>
          <p:cNvPr id="4" name="3 Marcador de número de diapositiva"/>
          <p:cNvSpPr>
            <a:spLocks noGrp="1"/>
          </p:cNvSpPr>
          <p:nvPr>
            <p:ph type="sldNum" sz="quarter" idx="10"/>
          </p:nvPr>
        </p:nvSpPr>
        <p:spPr/>
        <p:txBody>
          <a:bodyPr/>
          <a:lstStyle/>
          <a:p>
            <a:pPr>
              <a:defRPr/>
            </a:pPr>
            <a:fld id="{EC2B69E4-4C17-4E77-9DF6-AC1388FC20FA}" type="slidenum">
              <a:rPr lang="en-US" smtClean="0"/>
              <a:pPr>
                <a:defRPr/>
              </a:pPr>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Shape 1"/>
          <p:cNvSpPr txBox="1">
            <a:spLocks noChangeArrowheads="1"/>
          </p:cNvSpPr>
          <p:nvPr/>
        </p:nvSpPr>
        <p:spPr bwMode="auto">
          <a:xfrm>
            <a:off x="4143375" y="9118600"/>
            <a:ext cx="3170238" cy="481013"/>
          </a:xfrm>
          <a:prstGeom prst="rect">
            <a:avLst/>
          </a:prstGeom>
          <a:noFill/>
          <a:ln w="9525">
            <a:noFill/>
            <a:miter lim="800000"/>
            <a:headEnd/>
            <a:tailEnd/>
          </a:ln>
        </p:spPr>
        <p:txBody>
          <a:bodyPr lIns="96480" tIns="48240" rIns="96480" bIns="48240" anchor="b"/>
          <a:lstStyle/>
          <a:p>
            <a:pPr algn="r" eaLnBrk="1" hangingPunct="1"/>
            <a:fld id="{315FB4F8-75DB-4685-87C1-9A7B316961CB}" type="slidenum">
              <a:rPr lang="es-ES" altLang="es-ES" sz="1200"/>
              <a:pPr algn="r" eaLnBrk="1" hangingPunct="1"/>
              <a:t>13</a:t>
            </a:fld>
            <a:endParaRPr lang="es-ES" altLang="es-ES" dirty="0"/>
          </a:p>
        </p:txBody>
      </p:sp>
      <p:sp>
        <p:nvSpPr>
          <p:cNvPr id="29699" name="PlaceHolder 2"/>
          <p:cNvSpPr>
            <a:spLocks noGrp="1"/>
          </p:cNvSpPr>
          <p:nvPr>
            <p:ph type="body"/>
          </p:nvPr>
        </p:nvSpPr>
        <p:spPr bwMode="auto">
          <a:xfrm>
            <a:off x="731838" y="4560888"/>
            <a:ext cx="5851525" cy="4321175"/>
          </a:xfrm>
          <a:noFill/>
        </p:spPr>
        <p:txBody>
          <a:bodyPr vert="horz" lIns="96480" tIns="48240" rIns="96480" bIns="48240" numCol="1" anchor="t" anchorCtr="0" compatLnSpc="1">
            <a:prstTxWarp prst="textNoShape">
              <a:avLst/>
            </a:prstTxWarp>
          </a:bodyPr>
          <a:lstStyle/>
          <a:p>
            <a:pPr eaLnBrk="1" hangingPunct="1">
              <a:spcBef>
                <a:spcPct val="0"/>
              </a:spcBef>
            </a:pPr>
            <a:endParaRPr lang="es-ES" altLang="es-ES" dirty="0"/>
          </a:p>
        </p:txBody>
      </p:sp>
    </p:spTree>
    <p:extLst>
      <p:ext uri="{BB962C8B-B14F-4D97-AF65-F5344CB8AC3E}">
        <p14:creationId xmlns:p14="http://schemas.microsoft.com/office/powerpoint/2010/main" val="8667532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3600"/>
            <a:ext cx="8229240" cy="1145160"/>
          </a:xfrm>
          <a:prstGeom prst="rect">
            <a:avLst/>
          </a:prstGeom>
        </p:spPr>
        <p:txBody>
          <a:bodyPr wrap="none" lIns="0" tIns="0" rIns="0" bIns="0"/>
          <a:lstStyle/>
          <a:p>
            <a:endParaRPr/>
          </a:p>
        </p:txBody>
      </p:sp>
      <p:sp>
        <p:nvSpPr>
          <p:cNvPr id="6" name="PlaceHolder 2"/>
          <p:cNvSpPr>
            <a:spLocks noGrp="1"/>
          </p:cNvSpPr>
          <p:nvPr>
            <p:ph type="subTitle"/>
          </p:nvPr>
        </p:nvSpPr>
        <p:spPr>
          <a:xfrm>
            <a:off x="457200" y="1604520"/>
            <a:ext cx="8046360" cy="3977280"/>
          </a:xfrm>
          <a:prstGeom prst="rect">
            <a:avLst/>
          </a:prstGeom>
        </p:spPr>
        <p:txBody>
          <a:bodyPr anchor="ct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3600"/>
            <a:ext cx="8229240" cy="1145160"/>
          </a:xfrm>
          <a:prstGeom prst="rect">
            <a:avLst/>
          </a:prstGeom>
        </p:spPr>
        <p:txBody>
          <a:bodyPr wrap="none" lIns="0" tIns="0" rIns="0" bIns="0"/>
          <a:lstStyle/>
          <a:p>
            <a:endParaRPr/>
          </a:p>
        </p:txBody>
      </p:sp>
      <p:sp>
        <p:nvSpPr>
          <p:cNvPr id="8" name="PlaceHolder 2"/>
          <p:cNvSpPr>
            <a:spLocks noGrp="1"/>
          </p:cNvSpPr>
          <p:nvPr>
            <p:ph type="body"/>
          </p:nvPr>
        </p:nvSpPr>
        <p:spPr>
          <a:xfrm>
            <a:off x="457200" y="1604520"/>
            <a:ext cx="8046360" cy="3976920"/>
          </a:xfrm>
          <a:prstGeom prst="rect">
            <a:avLst/>
          </a:prstGeom>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5160"/>
          </a:xfrm>
          <a:prstGeom prst="rect">
            <a:avLst/>
          </a:prstGeom>
        </p:spPr>
        <p:txBody>
          <a:bodyPr wrap="none" lIns="0" tIns="0" rIns="0" bIns="0"/>
          <a:lstStyle/>
          <a:p>
            <a:endParaRPr/>
          </a:p>
        </p:txBody>
      </p:sp>
      <p:sp>
        <p:nvSpPr>
          <p:cNvPr id="10" name="PlaceHolder 2"/>
          <p:cNvSpPr>
            <a:spLocks noGrp="1"/>
          </p:cNvSpPr>
          <p:nvPr>
            <p:ph type="body"/>
          </p:nvPr>
        </p:nvSpPr>
        <p:spPr>
          <a:xfrm>
            <a:off x="457200" y="1604520"/>
            <a:ext cx="3926160" cy="3976920"/>
          </a:xfrm>
          <a:prstGeom prst="rect">
            <a:avLst/>
          </a:prstGeom>
        </p:spPr>
        <p:txBody>
          <a:bodyPr/>
          <a:lstStyle/>
          <a:p>
            <a:endParaRPr/>
          </a:p>
        </p:txBody>
      </p:sp>
      <p:sp>
        <p:nvSpPr>
          <p:cNvPr id="11" name="PlaceHolder 3"/>
          <p:cNvSpPr>
            <a:spLocks noGrp="1"/>
          </p:cNvSpPr>
          <p:nvPr>
            <p:ph type="body"/>
          </p:nvPr>
        </p:nvSpPr>
        <p:spPr>
          <a:xfrm>
            <a:off x="4579920" y="1604520"/>
            <a:ext cx="3926160" cy="3976920"/>
          </a:xfrm>
          <a:prstGeom prst="rect">
            <a:avLst/>
          </a:prstGeom>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3600"/>
            <a:ext cx="8229240" cy="1145160"/>
          </a:xfrm>
          <a:prstGeom prst="rect">
            <a:avLst/>
          </a:prstGeom>
        </p:spPr>
        <p:txBody>
          <a:bodyPr wrap="none" lIns="0" tIns="0" rIns="0" bIns="0"/>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3600"/>
            <a:ext cx="8229240" cy="5307840"/>
          </a:xfrm>
          <a:prstGeom prst="rect">
            <a:avLst/>
          </a:prstGeom>
        </p:spPr>
        <p:txBody>
          <a:bodyPr anchor="ct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3600"/>
            <a:ext cx="8229240" cy="1145160"/>
          </a:xfrm>
          <a:prstGeom prst="rect">
            <a:avLst/>
          </a:prstGeom>
        </p:spPr>
        <p:txBody>
          <a:bodyPr wrap="none" lIns="0" tIns="0" rIns="0" bIns="0"/>
          <a:lstStyle/>
          <a:p>
            <a:endParaRPr/>
          </a:p>
        </p:txBody>
      </p:sp>
      <p:sp>
        <p:nvSpPr>
          <p:cNvPr id="15" name="PlaceHolder 2"/>
          <p:cNvSpPr>
            <a:spLocks noGrp="1"/>
          </p:cNvSpPr>
          <p:nvPr>
            <p:ph type="body"/>
          </p:nvPr>
        </p:nvSpPr>
        <p:spPr>
          <a:xfrm>
            <a:off x="457200" y="1604520"/>
            <a:ext cx="3926160" cy="1896480"/>
          </a:xfrm>
          <a:prstGeom prst="rect">
            <a:avLst/>
          </a:prstGeom>
        </p:spPr>
        <p:txBody>
          <a:bodyPr/>
          <a:lstStyle/>
          <a:p>
            <a:endParaRPr/>
          </a:p>
        </p:txBody>
      </p:sp>
      <p:sp>
        <p:nvSpPr>
          <p:cNvPr id="16" name="PlaceHolder 3"/>
          <p:cNvSpPr>
            <a:spLocks noGrp="1"/>
          </p:cNvSpPr>
          <p:nvPr>
            <p:ph type="body"/>
          </p:nvPr>
        </p:nvSpPr>
        <p:spPr>
          <a:xfrm>
            <a:off x="457200" y="3681360"/>
            <a:ext cx="3926160" cy="1896480"/>
          </a:xfrm>
          <a:prstGeom prst="rect">
            <a:avLst/>
          </a:prstGeom>
        </p:spPr>
        <p:txBody>
          <a:bodyPr/>
          <a:lstStyle/>
          <a:p>
            <a:endParaRPr/>
          </a:p>
        </p:txBody>
      </p:sp>
      <p:sp>
        <p:nvSpPr>
          <p:cNvPr id="17" name="PlaceHolder 4"/>
          <p:cNvSpPr>
            <a:spLocks noGrp="1"/>
          </p:cNvSpPr>
          <p:nvPr>
            <p:ph type="body"/>
          </p:nvPr>
        </p:nvSpPr>
        <p:spPr>
          <a:xfrm>
            <a:off x="4579920" y="1604520"/>
            <a:ext cx="3926160" cy="3976920"/>
          </a:xfrm>
          <a:prstGeom prst="rect">
            <a:avLst/>
          </a:prstGeom>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3600"/>
            <a:ext cx="8229240" cy="1145160"/>
          </a:xfrm>
          <a:prstGeom prst="rect">
            <a:avLst/>
          </a:prstGeom>
        </p:spPr>
        <p:txBody>
          <a:bodyPr wrap="none" lIns="0" tIns="0" rIns="0" bIns="0"/>
          <a:lstStyle/>
          <a:p>
            <a:endParaRPr/>
          </a:p>
        </p:txBody>
      </p:sp>
      <p:sp>
        <p:nvSpPr>
          <p:cNvPr id="19" name="PlaceHolder 2"/>
          <p:cNvSpPr>
            <a:spLocks noGrp="1"/>
          </p:cNvSpPr>
          <p:nvPr>
            <p:ph type="body"/>
          </p:nvPr>
        </p:nvSpPr>
        <p:spPr>
          <a:xfrm>
            <a:off x="457200" y="1604520"/>
            <a:ext cx="3926160" cy="3976920"/>
          </a:xfrm>
          <a:prstGeom prst="rect">
            <a:avLst/>
          </a:prstGeom>
        </p:spPr>
        <p:txBody>
          <a:bodyPr/>
          <a:lstStyle/>
          <a:p>
            <a:endParaRPr/>
          </a:p>
        </p:txBody>
      </p:sp>
      <p:sp>
        <p:nvSpPr>
          <p:cNvPr id="20" name="PlaceHolder 3"/>
          <p:cNvSpPr>
            <a:spLocks noGrp="1"/>
          </p:cNvSpPr>
          <p:nvPr>
            <p:ph type="body"/>
          </p:nvPr>
        </p:nvSpPr>
        <p:spPr>
          <a:xfrm>
            <a:off x="4579920" y="1604520"/>
            <a:ext cx="3926160" cy="1896480"/>
          </a:xfrm>
          <a:prstGeom prst="rect">
            <a:avLst/>
          </a:prstGeom>
        </p:spPr>
        <p:txBody>
          <a:bodyPr/>
          <a:lstStyle/>
          <a:p>
            <a:endParaRPr/>
          </a:p>
        </p:txBody>
      </p:sp>
      <p:sp>
        <p:nvSpPr>
          <p:cNvPr id="21" name="PlaceHolder 4"/>
          <p:cNvSpPr>
            <a:spLocks noGrp="1"/>
          </p:cNvSpPr>
          <p:nvPr>
            <p:ph type="body"/>
          </p:nvPr>
        </p:nvSpPr>
        <p:spPr>
          <a:xfrm>
            <a:off x="4579920" y="3681360"/>
            <a:ext cx="3926160" cy="1896480"/>
          </a:xfrm>
          <a:prstGeom prst="rect">
            <a:avLst/>
          </a:prstGeom>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3600"/>
            <a:ext cx="8229240" cy="1145160"/>
          </a:xfrm>
          <a:prstGeom prst="rect">
            <a:avLst/>
          </a:prstGeom>
        </p:spPr>
        <p:txBody>
          <a:bodyPr wrap="none" lIns="0" tIns="0" rIns="0" bIns="0"/>
          <a:lstStyle/>
          <a:p>
            <a:endParaRPr/>
          </a:p>
        </p:txBody>
      </p:sp>
      <p:sp>
        <p:nvSpPr>
          <p:cNvPr id="23" name="PlaceHolder 2"/>
          <p:cNvSpPr>
            <a:spLocks noGrp="1"/>
          </p:cNvSpPr>
          <p:nvPr>
            <p:ph type="body"/>
          </p:nvPr>
        </p:nvSpPr>
        <p:spPr>
          <a:xfrm>
            <a:off x="457200" y="1604520"/>
            <a:ext cx="3926160" cy="1896480"/>
          </a:xfrm>
          <a:prstGeom prst="rect">
            <a:avLst/>
          </a:prstGeom>
        </p:spPr>
        <p:txBody>
          <a:bodyPr/>
          <a:lstStyle/>
          <a:p>
            <a:endParaRPr/>
          </a:p>
        </p:txBody>
      </p:sp>
      <p:sp>
        <p:nvSpPr>
          <p:cNvPr id="24" name="PlaceHolder 3"/>
          <p:cNvSpPr>
            <a:spLocks noGrp="1"/>
          </p:cNvSpPr>
          <p:nvPr>
            <p:ph type="body"/>
          </p:nvPr>
        </p:nvSpPr>
        <p:spPr>
          <a:xfrm>
            <a:off x="4579920" y="1604520"/>
            <a:ext cx="3926160" cy="1896480"/>
          </a:xfrm>
          <a:prstGeom prst="rect">
            <a:avLst/>
          </a:prstGeom>
        </p:spPr>
        <p:txBody>
          <a:bodyPr/>
          <a:lstStyle/>
          <a:p>
            <a:endParaRPr/>
          </a:p>
        </p:txBody>
      </p:sp>
      <p:sp>
        <p:nvSpPr>
          <p:cNvPr id="25" name="PlaceHolder 4"/>
          <p:cNvSpPr>
            <a:spLocks noGrp="1"/>
          </p:cNvSpPr>
          <p:nvPr>
            <p:ph type="body"/>
          </p:nvPr>
        </p:nvSpPr>
        <p:spPr>
          <a:xfrm>
            <a:off x="457200" y="3681360"/>
            <a:ext cx="8045640" cy="1896480"/>
          </a:xfrm>
          <a:prstGeom prst="rect">
            <a:avLst/>
          </a:prstGeom>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5160"/>
          </a:xfrm>
          <a:prstGeom prst="rect">
            <a:avLst/>
          </a:prstGeom>
        </p:spPr>
        <p:txBody>
          <a:bodyPr wrap="none" lIns="0" tIns="0" rIns="0" bIns="0"/>
          <a:lstStyle/>
          <a:p>
            <a:endParaRPr/>
          </a:p>
        </p:txBody>
      </p:sp>
      <p:sp>
        <p:nvSpPr>
          <p:cNvPr id="27" name="PlaceHolder 2"/>
          <p:cNvSpPr>
            <a:spLocks noGrp="1"/>
          </p:cNvSpPr>
          <p:nvPr>
            <p:ph type="body"/>
          </p:nvPr>
        </p:nvSpPr>
        <p:spPr>
          <a:xfrm>
            <a:off x="457200" y="1604520"/>
            <a:ext cx="8046360" cy="1896480"/>
          </a:xfrm>
          <a:prstGeom prst="rect">
            <a:avLst/>
          </a:prstGeom>
        </p:spPr>
        <p:txBody>
          <a:bodyPr/>
          <a:lstStyle/>
          <a:p>
            <a:endParaRPr/>
          </a:p>
        </p:txBody>
      </p:sp>
      <p:sp>
        <p:nvSpPr>
          <p:cNvPr id="28" name="PlaceHolder 3"/>
          <p:cNvSpPr>
            <a:spLocks noGrp="1"/>
          </p:cNvSpPr>
          <p:nvPr>
            <p:ph type="body"/>
          </p:nvPr>
        </p:nvSpPr>
        <p:spPr>
          <a:xfrm>
            <a:off x="457200" y="3681360"/>
            <a:ext cx="8046360" cy="1896480"/>
          </a:xfrm>
          <a:prstGeom prst="rect">
            <a:avLst/>
          </a:prstGeom>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3600"/>
            <a:ext cx="8229240" cy="1145160"/>
          </a:xfrm>
          <a:prstGeom prst="rect">
            <a:avLst/>
          </a:prstGeom>
        </p:spPr>
        <p:txBody>
          <a:bodyPr wrap="none" lIns="0" tIns="0" rIns="0" bIns="0"/>
          <a:lstStyle/>
          <a:p>
            <a:endParaRPr/>
          </a:p>
        </p:txBody>
      </p:sp>
      <p:sp>
        <p:nvSpPr>
          <p:cNvPr id="30" name="PlaceHolder 2"/>
          <p:cNvSpPr>
            <a:spLocks noGrp="1"/>
          </p:cNvSpPr>
          <p:nvPr>
            <p:ph type="body"/>
          </p:nvPr>
        </p:nvSpPr>
        <p:spPr>
          <a:xfrm>
            <a:off x="457200" y="1604520"/>
            <a:ext cx="3926160" cy="1896480"/>
          </a:xfrm>
          <a:prstGeom prst="rect">
            <a:avLst/>
          </a:prstGeom>
        </p:spPr>
        <p:txBody>
          <a:bodyPr/>
          <a:lstStyle/>
          <a:p>
            <a:endParaRPr/>
          </a:p>
        </p:txBody>
      </p:sp>
      <p:sp>
        <p:nvSpPr>
          <p:cNvPr id="31" name="PlaceHolder 3"/>
          <p:cNvSpPr>
            <a:spLocks noGrp="1"/>
          </p:cNvSpPr>
          <p:nvPr>
            <p:ph type="body"/>
          </p:nvPr>
        </p:nvSpPr>
        <p:spPr>
          <a:xfrm>
            <a:off x="4579920" y="1604520"/>
            <a:ext cx="3926160" cy="1896480"/>
          </a:xfrm>
          <a:prstGeom prst="rect">
            <a:avLst/>
          </a:prstGeom>
        </p:spPr>
        <p:txBody>
          <a:bodyPr/>
          <a:lstStyle/>
          <a:p>
            <a:endParaRPr/>
          </a:p>
        </p:txBody>
      </p:sp>
      <p:sp>
        <p:nvSpPr>
          <p:cNvPr id="32" name="PlaceHolder 4"/>
          <p:cNvSpPr>
            <a:spLocks noGrp="1"/>
          </p:cNvSpPr>
          <p:nvPr>
            <p:ph type="body"/>
          </p:nvPr>
        </p:nvSpPr>
        <p:spPr>
          <a:xfrm>
            <a:off x="4579920" y="3681360"/>
            <a:ext cx="3926160" cy="1896480"/>
          </a:xfrm>
          <a:prstGeom prst="rect">
            <a:avLst/>
          </a:prstGeom>
        </p:spPr>
        <p:txBody>
          <a:bodyPr/>
          <a:lstStyle/>
          <a:p>
            <a:endParaRPr/>
          </a:p>
        </p:txBody>
      </p:sp>
      <p:sp>
        <p:nvSpPr>
          <p:cNvPr id="33" name="PlaceHolder 5"/>
          <p:cNvSpPr>
            <a:spLocks noGrp="1"/>
          </p:cNvSpPr>
          <p:nvPr>
            <p:ph type="body"/>
          </p:nvPr>
        </p:nvSpPr>
        <p:spPr>
          <a:xfrm>
            <a:off x="457200" y="3681360"/>
            <a:ext cx="3926160" cy="1896480"/>
          </a:xfrm>
          <a:prstGeom prst="rect">
            <a:avLst/>
          </a:prstGeom>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3600"/>
            <a:ext cx="8229240" cy="1145160"/>
          </a:xfrm>
          <a:prstGeom prst="rect">
            <a:avLst/>
          </a:prstGeom>
        </p:spPr>
        <p:txBody>
          <a:bodyPr wrap="none" lIns="0" tIns="0" rIns="0" bIns="0"/>
          <a:lstStyle/>
          <a:p>
            <a:endParaRPr/>
          </a:p>
        </p:txBody>
      </p:sp>
      <p:sp>
        <p:nvSpPr>
          <p:cNvPr id="35" name="PlaceHolder 2"/>
          <p:cNvSpPr>
            <a:spLocks noGrp="1"/>
          </p:cNvSpPr>
          <p:nvPr>
            <p:ph type="body"/>
          </p:nvPr>
        </p:nvSpPr>
        <p:spPr>
          <a:xfrm>
            <a:off x="457200" y="1604520"/>
            <a:ext cx="3926160" cy="1896480"/>
          </a:xfrm>
          <a:prstGeom prst="rect">
            <a:avLst/>
          </a:prstGeom>
        </p:spPr>
        <p:txBody>
          <a:bodyPr/>
          <a:lstStyle/>
          <a:p>
            <a:endParaRPr/>
          </a:p>
        </p:txBody>
      </p:sp>
      <p:sp>
        <p:nvSpPr>
          <p:cNvPr id="36" name="PlaceHolder 3"/>
          <p:cNvSpPr>
            <a:spLocks noGrp="1"/>
          </p:cNvSpPr>
          <p:nvPr>
            <p:ph type="body"/>
          </p:nvPr>
        </p:nvSpPr>
        <p:spPr>
          <a:xfrm>
            <a:off x="4579920" y="1604520"/>
            <a:ext cx="3926160" cy="1896480"/>
          </a:xfrm>
          <a:prstGeom prst="rect">
            <a:avLst/>
          </a:prstGeom>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2" name="PlaceHolder 1"/>
          <p:cNvSpPr>
            <a:spLocks noGrp="1"/>
          </p:cNvSpPr>
          <p:nvPr>
            <p:ph type="title"/>
          </p:nvPr>
        </p:nvSpPr>
        <p:spPr>
          <a:xfrm>
            <a:off x="457200" y="273600"/>
            <a:ext cx="8229240" cy="1145160"/>
          </a:xfrm>
          <a:prstGeom prst="rect">
            <a:avLst/>
          </a:prstGeom>
        </p:spPr>
        <p:txBody>
          <a:bodyPr wrap="none" lIns="0" tIns="0" rIns="0" bIns="0"/>
          <a:lstStyle/>
          <a:p>
            <a:endParaRPr/>
          </a:p>
        </p:txBody>
      </p:sp>
      <p:sp>
        <p:nvSpPr>
          <p:cNvPr id="43" name="PlaceHolder 2"/>
          <p:cNvSpPr>
            <a:spLocks noGrp="1"/>
          </p:cNvSpPr>
          <p:nvPr>
            <p:ph type="subTitle"/>
          </p:nvPr>
        </p:nvSpPr>
        <p:spPr>
          <a:xfrm>
            <a:off x="457200" y="1604520"/>
            <a:ext cx="8046360" cy="3977280"/>
          </a:xfrm>
          <a:prstGeom prst="rect">
            <a:avLst/>
          </a:prstGeom>
        </p:spPr>
        <p:txBody>
          <a:bodyPr wrap="none" lIns="0" tIns="0" rIns="0" bIns="0" anchor="ct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457200" y="273600"/>
            <a:ext cx="8229240" cy="1145160"/>
          </a:xfrm>
          <a:prstGeom prst="rect">
            <a:avLst/>
          </a:prstGeom>
        </p:spPr>
        <p:txBody>
          <a:bodyPr wrap="none" lIns="0" tIns="0" rIns="0" bIns="0"/>
          <a:lstStyle/>
          <a:p>
            <a:endParaRPr/>
          </a:p>
        </p:txBody>
      </p:sp>
      <p:sp>
        <p:nvSpPr>
          <p:cNvPr id="45" name="PlaceHolder 2"/>
          <p:cNvSpPr>
            <a:spLocks noGrp="1"/>
          </p:cNvSpPr>
          <p:nvPr>
            <p:ph type="body"/>
          </p:nvPr>
        </p:nvSpPr>
        <p:spPr>
          <a:xfrm>
            <a:off x="457200" y="1604520"/>
            <a:ext cx="8046360" cy="3976920"/>
          </a:xfrm>
          <a:prstGeom prst="rect">
            <a:avLst/>
          </a:prstGeom>
        </p:spPr>
        <p:txBody>
          <a:bodyPr wrap="none" lIns="0" tIns="0" rIns="0" bIns="0"/>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3600"/>
            <a:ext cx="8229240" cy="1145160"/>
          </a:xfrm>
          <a:prstGeom prst="rect">
            <a:avLst/>
          </a:prstGeom>
        </p:spPr>
        <p:txBody>
          <a:bodyPr wrap="none" lIns="0" tIns="0" rIns="0" bIns="0"/>
          <a:lstStyle/>
          <a:p>
            <a:endParaRPr/>
          </a:p>
        </p:txBody>
      </p:sp>
      <p:sp>
        <p:nvSpPr>
          <p:cNvPr id="47" name="PlaceHolder 2"/>
          <p:cNvSpPr>
            <a:spLocks noGrp="1"/>
          </p:cNvSpPr>
          <p:nvPr>
            <p:ph type="body"/>
          </p:nvPr>
        </p:nvSpPr>
        <p:spPr>
          <a:xfrm>
            <a:off x="457200" y="1604520"/>
            <a:ext cx="3926160" cy="3976920"/>
          </a:xfrm>
          <a:prstGeom prst="rect">
            <a:avLst/>
          </a:prstGeom>
        </p:spPr>
        <p:txBody>
          <a:bodyPr wrap="none" lIns="0" tIns="0" rIns="0" bIns="0"/>
          <a:lstStyle/>
          <a:p>
            <a:endParaRPr/>
          </a:p>
        </p:txBody>
      </p:sp>
      <p:sp>
        <p:nvSpPr>
          <p:cNvPr id="48" name="PlaceHolder 3"/>
          <p:cNvSpPr>
            <a:spLocks noGrp="1"/>
          </p:cNvSpPr>
          <p:nvPr>
            <p:ph type="body"/>
          </p:nvPr>
        </p:nvSpPr>
        <p:spPr>
          <a:xfrm>
            <a:off x="4579920" y="1604520"/>
            <a:ext cx="3926160" cy="3976920"/>
          </a:xfrm>
          <a:prstGeom prst="rect">
            <a:avLst/>
          </a:prstGeom>
        </p:spPr>
        <p:txBody>
          <a:bodyPr wrap="none" lIns="0" tIns="0" rIns="0" bIns="0"/>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3600"/>
            <a:ext cx="8229240" cy="1145160"/>
          </a:xfrm>
          <a:prstGeom prst="rect">
            <a:avLst/>
          </a:prstGeom>
        </p:spPr>
        <p:txBody>
          <a:bodyPr wrap="none" lIns="0" tIns="0" rIns="0" bIns="0"/>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0" name="PlaceHolder 1"/>
          <p:cNvSpPr>
            <a:spLocks noGrp="1"/>
          </p:cNvSpPr>
          <p:nvPr>
            <p:ph type="subTitle"/>
          </p:nvPr>
        </p:nvSpPr>
        <p:spPr>
          <a:xfrm>
            <a:off x="457200" y="273600"/>
            <a:ext cx="8229240" cy="5307840"/>
          </a:xfrm>
          <a:prstGeom prst="rect">
            <a:avLst/>
          </a:prstGeom>
        </p:spPr>
        <p:txBody>
          <a:bodyPr wrap="none" lIns="0" tIns="0" rIns="0" bIns="0" anchor="ct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457200" y="273600"/>
            <a:ext cx="8229240" cy="1145160"/>
          </a:xfrm>
          <a:prstGeom prst="rect">
            <a:avLst/>
          </a:prstGeom>
        </p:spPr>
        <p:txBody>
          <a:bodyPr wrap="none" lIns="0" tIns="0" rIns="0" bIns="0"/>
          <a:lstStyle/>
          <a:p>
            <a:endParaRPr/>
          </a:p>
        </p:txBody>
      </p:sp>
      <p:sp>
        <p:nvSpPr>
          <p:cNvPr id="52"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53" name="PlaceHolder 3"/>
          <p:cNvSpPr>
            <a:spLocks noGrp="1"/>
          </p:cNvSpPr>
          <p:nvPr>
            <p:ph type="body"/>
          </p:nvPr>
        </p:nvSpPr>
        <p:spPr>
          <a:xfrm>
            <a:off x="457200" y="3681360"/>
            <a:ext cx="3926160" cy="1896480"/>
          </a:xfrm>
          <a:prstGeom prst="rect">
            <a:avLst/>
          </a:prstGeom>
        </p:spPr>
        <p:txBody>
          <a:bodyPr wrap="none" lIns="0" tIns="0" rIns="0" bIns="0"/>
          <a:lstStyle/>
          <a:p>
            <a:endParaRPr/>
          </a:p>
        </p:txBody>
      </p:sp>
      <p:sp>
        <p:nvSpPr>
          <p:cNvPr id="54" name="PlaceHolder 4"/>
          <p:cNvSpPr>
            <a:spLocks noGrp="1"/>
          </p:cNvSpPr>
          <p:nvPr>
            <p:ph type="body"/>
          </p:nvPr>
        </p:nvSpPr>
        <p:spPr>
          <a:xfrm>
            <a:off x="4579920" y="1604520"/>
            <a:ext cx="3926160" cy="3976920"/>
          </a:xfrm>
          <a:prstGeom prst="rect">
            <a:avLst/>
          </a:prstGeom>
        </p:spPr>
        <p:txBody>
          <a:bodyPr wrap="none" lIns="0" tIns="0" rIns="0" bIns="0"/>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3600"/>
            <a:ext cx="8229240" cy="1145160"/>
          </a:xfrm>
          <a:prstGeom prst="rect">
            <a:avLst/>
          </a:prstGeom>
        </p:spPr>
        <p:txBody>
          <a:bodyPr wrap="none" lIns="0" tIns="0" rIns="0" bIns="0"/>
          <a:lstStyle/>
          <a:p>
            <a:endParaRPr/>
          </a:p>
        </p:txBody>
      </p:sp>
      <p:sp>
        <p:nvSpPr>
          <p:cNvPr id="56" name="PlaceHolder 2"/>
          <p:cNvSpPr>
            <a:spLocks noGrp="1"/>
          </p:cNvSpPr>
          <p:nvPr>
            <p:ph type="body"/>
          </p:nvPr>
        </p:nvSpPr>
        <p:spPr>
          <a:xfrm>
            <a:off x="457200" y="1604520"/>
            <a:ext cx="3926160" cy="3976920"/>
          </a:xfrm>
          <a:prstGeom prst="rect">
            <a:avLst/>
          </a:prstGeom>
        </p:spPr>
        <p:txBody>
          <a:bodyPr wrap="none" lIns="0" tIns="0" rIns="0" bIns="0"/>
          <a:lstStyle/>
          <a:p>
            <a:endParaRPr/>
          </a:p>
        </p:txBody>
      </p:sp>
      <p:sp>
        <p:nvSpPr>
          <p:cNvPr id="57"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58" name="PlaceHolder 4"/>
          <p:cNvSpPr>
            <a:spLocks noGrp="1"/>
          </p:cNvSpPr>
          <p:nvPr>
            <p:ph type="body"/>
          </p:nvPr>
        </p:nvSpPr>
        <p:spPr>
          <a:xfrm>
            <a:off x="4579920" y="3681360"/>
            <a:ext cx="3926160" cy="1896480"/>
          </a:xfrm>
          <a:prstGeom prst="rect">
            <a:avLst/>
          </a:prstGeom>
        </p:spPr>
        <p:txBody>
          <a:bodyPr wrap="none" lIns="0" tIns="0" rIns="0" bIns="0"/>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3600"/>
            <a:ext cx="8229240" cy="1145160"/>
          </a:xfrm>
          <a:prstGeom prst="rect">
            <a:avLst/>
          </a:prstGeom>
        </p:spPr>
        <p:txBody>
          <a:bodyPr wrap="none" lIns="0" tIns="0" rIns="0" bIns="0"/>
          <a:lstStyle/>
          <a:p>
            <a:endParaRPr/>
          </a:p>
        </p:txBody>
      </p:sp>
      <p:sp>
        <p:nvSpPr>
          <p:cNvPr id="60"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61"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62" name="PlaceHolder 4"/>
          <p:cNvSpPr>
            <a:spLocks noGrp="1"/>
          </p:cNvSpPr>
          <p:nvPr>
            <p:ph type="body"/>
          </p:nvPr>
        </p:nvSpPr>
        <p:spPr>
          <a:xfrm>
            <a:off x="457200" y="3681360"/>
            <a:ext cx="8045640" cy="1896480"/>
          </a:xfrm>
          <a:prstGeom prst="rect">
            <a:avLst/>
          </a:prstGeom>
        </p:spPr>
        <p:txBody>
          <a:bodyPr wrap="none" lIns="0" tIns="0" rIns="0" bIns="0"/>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3600"/>
            <a:ext cx="8229240" cy="1145160"/>
          </a:xfrm>
          <a:prstGeom prst="rect">
            <a:avLst/>
          </a:prstGeom>
        </p:spPr>
        <p:txBody>
          <a:bodyPr wrap="none" lIns="0" tIns="0" rIns="0" bIns="0"/>
          <a:lstStyle/>
          <a:p>
            <a:endParaRPr/>
          </a:p>
        </p:txBody>
      </p:sp>
      <p:sp>
        <p:nvSpPr>
          <p:cNvPr id="64" name="PlaceHolder 2"/>
          <p:cNvSpPr>
            <a:spLocks noGrp="1"/>
          </p:cNvSpPr>
          <p:nvPr>
            <p:ph type="body"/>
          </p:nvPr>
        </p:nvSpPr>
        <p:spPr>
          <a:xfrm>
            <a:off x="457200" y="1604520"/>
            <a:ext cx="8046360" cy="1896480"/>
          </a:xfrm>
          <a:prstGeom prst="rect">
            <a:avLst/>
          </a:prstGeom>
        </p:spPr>
        <p:txBody>
          <a:bodyPr wrap="none" lIns="0" tIns="0" rIns="0" bIns="0"/>
          <a:lstStyle/>
          <a:p>
            <a:endParaRPr/>
          </a:p>
        </p:txBody>
      </p:sp>
      <p:sp>
        <p:nvSpPr>
          <p:cNvPr id="65" name="PlaceHolder 3"/>
          <p:cNvSpPr>
            <a:spLocks noGrp="1"/>
          </p:cNvSpPr>
          <p:nvPr>
            <p:ph type="body"/>
          </p:nvPr>
        </p:nvSpPr>
        <p:spPr>
          <a:xfrm>
            <a:off x="457200" y="3681360"/>
            <a:ext cx="8046360" cy="1896480"/>
          </a:xfrm>
          <a:prstGeom prst="rect">
            <a:avLst/>
          </a:prstGeom>
        </p:spPr>
        <p:txBody>
          <a:bodyPr wrap="none" lIns="0" tIns="0" rIns="0" bIns="0"/>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3600"/>
            <a:ext cx="8229240" cy="1145160"/>
          </a:xfrm>
          <a:prstGeom prst="rect">
            <a:avLst/>
          </a:prstGeom>
        </p:spPr>
        <p:txBody>
          <a:bodyPr wrap="none" lIns="0" tIns="0" rIns="0" bIns="0"/>
          <a:lstStyle/>
          <a:p>
            <a:endParaRPr/>
          </a:p>
        </p:txBody>
      </p:sp>
      <p:sp>
        <p:nvSpPr>
          <p:cNvPr id="67"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68"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69" name="PlaceHolder 4"/>
          <p:cNvSpPr>
            <a:spLocks noGrp="1"/>
          </p:cNvSpPr>
          <p:nvPr>
            <p:ph type="body"/>
          </p:nvPr>
        </p:nvSpPr>
        <p:spPr>
          <a:xfrm>
            <a:off x="4579920" y="3681360"/>
            <a:ext cx="3926160" cy="1896480"/>
          </a:xfrm>
          <a:prstGeom prst="rect">
            <a:avLst/>
          </a:prstGeom>
        </p:spPr>
        <p:txBody>
          <a:bodyPr wrap="none" lIns="0" tIns="0" rIns="0" bIns="0"/>
          <a:lstStyle/>
          <a:p>
            <a:endParaRPr/>
          </a:p>
        </p:txBody>
      </p:sp>
      <p:sp>
        <p:nvSpPr>
          <p:cNvPr id="70" name="PlaceHolder 5"/>
          <p:cNvSpPr>
            <a:spLocks noGrp="1"/>
          </p:cNvSpPr>
          <p:nvPr>
            <p:ph type="body"/>
          </p:nvPr>
        </p:nvSpPr>
        <p:spPr>
          <a:xfrm>
            <a:off x="457200" y="3681360"/>
            <a:ext cx="3926160" cy="1896480"/>
          </a:xfrm>
          <a:prstGeom prst="rect">
            <a:avLst/>
          </a:prstGeom>
        </p:spPr>
        <p:txBody>
          <a:bodyPr wrap="none" lIns="0" tIns="0" rIns="0" bIns="0"/>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457200" y="273600"/>
            <a:ext cx="8229240" cy="1145160"/>
          </a:xfrm>
          <a:prstGeom prst="rect">
            <a:avLst/>
          </a:prstGeom>
        </p:spPr>
        <p:txBody>
          <a:bodyPr wrap="none" lIns="0" tIns="0" rIns="0" bIns="0"/>
          <a:lstStyle/>
          <a:p>
            <a:endParaRPr/>
          </a:p>
        </p:txBody>
      </p:sp>
      <p:sp>
        <p:nvSpPr>
          <p:cNvPr id="72"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73"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PlaceHolder 1"/>
          <p:cNvSpPr>
            <a:spLocks noGrp="1"/>
          </p:cNvSpPr>
          <p:nvPr>
            <p:ph type="title"/>
          </p:nvPr>
        </p:nvSpPr>
        <p:spPr bwMode="auto">
          <a:xfrm>
            <a:off x="539750" y="1916113"/>
            <a:ext cx="6480175" cy="18002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es-ES"/>
              <a:t>Pulse para editar el formato del texto de títuloClick to edit Master title style</a:t>
            </a:r>
            <a:endParaRPr lang="es-ES" altLang="es-ES"/>
          </a:p>
        </p:txBody>
      </p:sp>
      <p:sp>
        <p:nvSpPr>
          <p:cNvPr id="6" name="PlaceHolder 2"/>
          <p:cNvSpPr>
            <a:spLocks noGrp="1"/>
          </p:cNvSpPr>
          <p:nvPr>
            <p:ph type="dt"/>
          </p:nvPr>
        </p:nvSpPr>
        <p:spPr>
          <a:xfrm>
            <a:off x="179388" y="6021388"/>
            <a:ext cx="2133600" cy="476250"/>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a:p>
        </p:txBody>
      </p:sp>
      <p:sp>
        <p:nvSpPr>
          <p:cNvPr id="2" name="PlaceHolder 3"/>
          <p:cNvSpPr>
            <a:spLocks noGrp="1"/>
          </p:cNvSpPr>
          <p:nvPr>
            <p:ph type="ftr"/>
          </p:nvPr>
        </p:nvSpPr>
        <p:spPr>
          <a:xfrm>
            <a:off x="3132138" y="6021388"/>
            <a:ext cx="2895600" cy="476250"/>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a:p>
        </p:txBody>
      </p:sp>
      <p:sp>
        <p:nvSpPr>
          <p:cNvPr id="3" name="PlaceHolder 4"/>
          <p:cNvSpPr>
            <a:spLocks noGrp="1"/>
          </p:cNvSpPr>
          <p:nvPr>
            <p:ph type="sldNum"/>
          </p:nvPr>
        </p:nvSpPr>
        <p:spPr>
          <a:xfrm>
            <a:off x="6804025" y="6021388"/>
            <a:ext cx="2133600" cy="476250"/>
          </a:xfrm>
          <a:prstGeom prst="rect">
            <a:avLst/>
          </a:prstGeom>
        </p:spPr>
        <p:txBody>
          <a:bodyPr vert="horz" wrap="square" lIns="91440" tIns="45720" rIns="91440" bIns="45720" numCol="1" anchor="t" anchorCtr="0" compatLnSpc="1">
            <a:prstTxWarp prst="textNoShape">
              <a:avLst/>
            </a:prstTxWarp>
          </a:bodyPr>
          <a:lstStyle>
            <a:lvl1pPr eaLnBrk="1" hangingPunct="1">
              <a:defRPr sz="1000">
                <a:solidFill>
                  <a:srgbClr val="FFFFFF"/>
                </a:solidFill>
              </a:defRPr>
            </a:lvl1pPr>
          </a:lstStyle>
          <a:p>
            <a:fld id="{EB687EF8-9A58-448C-A006-3A4D1E48E4C8}" type="slidenum">
              <a:rPr lang="es-ES"/>
              <a:pPr/>
              <a:t>‹Nº›</a:t>
            </a:fld>
            <a:endParaRPr lang="es-ES" dirty="0"/>
          </a:p>
        </p:txBody>
      </p:sp>
      <p:sp>
        <p:nvSpPr>
          <p:cNvPr id="4" name="PlaceHolder 5"/>
          <p:cNvSpPr>
            <a:spLocks noGrp="1"/>
          </p:cNvSpPr>
          <p:nvPr>
            <p:ph type="body"/>
          </p:nvPr>
        </p:nvSpPr>
        <p:spPr>
          <a:xfrm>
            <a:off x="457200" y="1604963"/>
            <a:ext cx="8047038" cy="3976687"/>
          </a:xfrm>
          <a:prstGeom prst="rect">
            <a:avLst/>
          </a:prstGeom>
        </p:spPr>
        <p:txBody>
          <a:bodyPr wrap="none" lIns="0" tIns="0" rIns="0" bIns="0"/>
          <a:lstStyle/>
          <a:p>
            <a:r>
              <a:rPr lang="en-US"/>
              <a:t>Pulse para editar el formato de esquema del texto</a:t>
            </a:r>
            <a:endParaRPr/>
          </a:p>
          <a:p>
            <a:pPr lvl="1"/>
            <a:r>
              <a:rPr lang="en-US"/>
              <a:t>Segundo nivel del esquema</a:t>
            </a:r>
            <a:endParaRPr/>
          </a:p>
          <a:p>
            <a:pPr lvl="2"/>
            <a:r>
              <a:rPr lang="en-US"/>
              <a:t>Tercer nivel del esquema</a:t>
            </a:r>
            <a:endParaRPr/>
          </a:p>
          <a:p>
            <a:pPr lvl="3"/>
            <a:r>
              <a:rPr lang="en-US"/>
              <a:t>Cuarto nivel del esquema</a:t>
            </a:r>
            <a:endParaRPr/>
          </a:p>
          <a:p>
            <a:pPr lvl="4"/>
            <a:r>
              <a:rPr lang="en-US"/>
              <a:t>Quinto nivel del esquema</a:t>
            </a:r>
            <a:endParaRPr/>
          </a:p>
          <a:p>
            <a:pPr lvl="5"/>
            <a:r>
              <a:rPr lang="en-US"/>
              <a:t>Sexto nivel del esquema</a:t>
            </a:r>
            <a:endParaRPr/>
          </a:p>
          <a:p>
            <a:pPr lvl="6"/>
            <a:r>
              <a:rPr lang="en-US"/>
              <a:t>Séptimo nivel del esquema</a:t>
            </a:r>
            <a:endParaRPr/>
          </a:p>
        </p:txBody>
      </p:sp>
    </p:spTree>
  </p:cSld>
  <p:clrMap bg1="lt1" tx1="dk1" bg2="lt2" tx2="dk2" accent1="accent1" accent2="accent2" accent3="accent3" accent4="accent4" accent5="accent5" accent6="accent6" hlink="hlink" folHlink="folHlink"/>
  <p:sldLayoutIdLst>
    <p:sldLayoutId id="2147485228" r:id="rId1"/>
    <p:sldLayoutId id="2147485229" r:id="rId2"/>
    <p:sldLayoutId id="2147485230" r:id="rId3"/>
    <p:sldLayoutId id="2147485231" r:id="rId4"/>
    <p:sldLayoutId id="2147485232" r:id="rId5"/>
    <p:sldLayoutId id="2147485233" r:id="rId6"/>
    <p:sldLayoutId id="2147485234" r:id="rId7"/>
    <p:sldLayoutId id="2147485235" r:id="rId8"/>
    <p:sldLayoutId id="2147485236" r:id="rId9"/>
    <p:sldLayoutId id="2147485237" r:id="rId10"/>
    <p:sldLayoutId id="2147485238" r:id="rId11"/>
    <p:sldLayoutId id="2147485239" r:id="rId12"/>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Arial" panose="020B0604020202020204" pitchFamily="34" charset="0"/>
          <a:ea typeface="DejaVu Sans"/>
          <a:cs typeface="DejaVu Sans"/>
        </a:defRPr>
      </a:lvl2pPr>
      <a:lvl3pPr algn="l" rtl="0" eaLnBrk="0" fontAlgn="base" hangingPunct="0">
        <a:lnSpc>
          <a:spcPct val="90000"/>
        </a:lnSpc>
        <a:spcBef>
          <a:spcPct val="0"/>
        </a:spcBef>
        <a:spcAft>
          <a:spcPct val="0"/>
        </a:spcAft>
        <a:defRPr sz="4400">
          <a:solidFill>
            <a:schemeClr val="tx1"/>
          </a:solidFill>
          <a:latin typeface="Arial" panose="020B0604020202020204" pitchFamily="34" charset="0"/>
          <a:ea typeface="DejaVu Sans"/>
          <a:cs typeface="DejaVu Sans"/>
        </a:defRPr>
      </a:lvl3pPr>
      <a:lvl4pPr algn="l" rtl="0" eaLnBrk="0" fontAlgn="base" hangingPunct="0">
        <a:lnSpc>
          <a:spcPct val="90000"/>
        </a:lnSpc>
        <a:spcBef>
          <a:spcPct val="0"/>
        </a:spcBef>
        <a:spcAft>
          <a:spcPct val="0"/>
        </a:spcAft>
        <a:defRPr sz="4400">
          <a:solidFill>
            <a:schemeClr val="tx1"/>
          </a:solidFill>
          <a:latin typeface="Arial" panose="020B0604020202020204" pitchFamily="34" charset="0"/>
          <a:ea typeface="DejaVu Sans"/>
          <a:cs typeface="DejaVu Sans"/>
        </a:defRPr>
      </a:lvl4pPr>
      <a:lvl5pPr algn="l" rtl="0" eaLnBrk="0" fontAlgn="base" hangingPunct="0">
        <a:lnSpc>
          <a:spcPct val="90000"/>
        </a:lnSpc>
        <a:spcBef>
          <a:spcPct val="0"/>
        </a:spcBef>
        <a:spcAft>
          <a:spcPct val="0"/>
        </a:spcAft>
        <a:defRPr sz="4400">
          <a:solidFill>
            <a:schemeClr val="tx1"/>
          </a:solidFill>
          <a:latin typeface="Arial" panose="020B0604020202020204" pitchFamily="34" charset="0"/>
          <a:ea typeface="DejaVu Sans"/>
          <a:cs typeface="DejaVu Sans"/>
        </a:defRPr>
      </a:lvl5pPr>
      <a:lvl6pPr marL="457200" algn="l" rtl="0" fontAlgn="base">
        <a:lnSpc>
          <a:spcPct val="90000"/>
        </a:lnSpc>
        <a:spcBef>
          <a:spcPct val="0"/>
        </a:spcBef>
        <a:spcAft>
          <a:spcPct val="0"/>
        </a:spcAft>
        <a:defRPr sz="4400">
          <a:solidFill>
            <a:schemeClr val="tx1"/>
          </a:solidFill>
          <a:latin typeface="Arial" panose="020B0604020202020204" pitchFamily="34" charset="0"/>
          <a:ea typeface="DejaVu Sans"/>
          <a:cs typeface="DejaVu Sans"/>
        </a:defRPr>
      </a:lvl6pPr>
      <a:lvl7pPr marL="914400" algn="l" rtl="0" fontAlgn="base">
        <a:lnSpc>
          <a:spcPct val="90000"/>
        </a:lnSpc>
        <a:spcBef>
          <a:spcPct val="0"/>
        </a:spcBef>
        <a:spcAft>
          <a:spcPct val="0"/>
        </a:spcAft>
        <a:defRPr sz="4400">
          <a:solidFill>
            <a:schemeClr val="tx1"/>
          </a:solidFill>
          <a:latin typeface="Arial" panose="020B0604020202020204" pitchFamily="34" charset="0"/>
          <a:ea typeface="DejaVu Sans"/>
          <a:cs typeface="DejaVu Sans"/>
        </a:defRPr>
      </a:lvl7pPr>
      <a:lvl8pPr marL="1371600" algn="l" rtl="0" fontAlgn="base">
        <a:lnSpc>
          <a:spcPct val="90000"/>
        </a:lnSpc>
        <a:spcBef>
          <a:spcPct val="0"/>
        </a:spcBef>
        <a:spcAft>
          <a:spcPct val="0"/>
        </a:spcAft>
        <a:defRPr sz="4400">
          <a:solidFill>
            <a:schemeClr val="tx1"/>
          </a:solidFill>
          <a:latin typeface="Arial" panose="020B0604020202020204" pitchFamily="34" charset="0"/>
          <a:ea typeface="DejaVu Sans"/>
          <a:cs typeface="DejaVu Sans"/>
        </a:defRPr>
      </a:lvl8pPr>
      <a:lvl9pPr marL="1828800" algn="l" rtl="0" fontAlgn="base">
        <a:lnSpc>
          <a:spcPct val="90000"/>
        </a:lnSpc>
        <a:spcBef>
          <a:spcPct val="0"/>
        </a:spcBef>
        <a:spcAft>
          <a:spcPct val="0"/>
        </a:spcAft>
        <a:defRPr sz="4400">
          <a:solidFill>
            <a:schemeClr val="tx1"/>
          </a:solidFill>
          <a:latin typeface="Arial" panose="020B0604020202020204" pitchFamily="34" charset="0"/>
          <a:ea typeface="DejaVu Sans"/>
          <a:cs typeface="DejaVu Sans"/>
        </a:defRPr>
      </a:lvl9pPr>
    </p:titleStyle>
    <p:body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2050" name="PlaceHolder 1"/>
          <p:cNvSpPr>
            <a:spLocks noGrp="1"/>
          </p:cNvSpPr>
          <p:nvPr>
            <p:ph type="title"/>
          </p:nvPr>
        </p:nvSpPr>
        <p:spPr bwMode="auto">
          <a:xfrm>
            <a:off x="250825" y="115888"/>
            <a:ext cx="6769100" cy="5762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es-ES"/>
              <a:t>Pulse para editar el formato del texto de títuloHaga clic para modificar el estilo de título del patrón</a:t>
            </a:r>
            <a:endParaRPr lang="es-ES" altLang="es-ES"/>
          </a:p>
        </p:txBody>
      </p:sp>
      <p:sp>
        <p:nvSpPr>
          <p:cNvPr id="38" name="PlaceHolder 2"/>
          <p:cNvSpPr>
            <a:spLocks noGrp="1"/>
          </p:cNvSpPr>
          <p:nvPr>
            <p:ph type="body"/>
          </p:nvPr>
        </p:nvSpPr>
        <p:spPr>
          <a:xfrm>
            <a:off x="457200" y="836613"/>
            <a:ext cx="8435975" cy="5688012"/>
          </a:xfrm>
          <a:prstGeom prst="rect">
            <a:avLst/>
          </a:prstGeom>
        </p:spPr>
        <p:txBody>
          <a:bodyPr/>
          <a:lstStyle/>
          <a:p>
            <a:r>
              <a:rPr lang="en-US"/>
              <a:t>Pulse para editar el formato de esquema del texto</a:t>
            </a:r>
            <a:endParaRPr/>
          </a:p>
          <a:p>
            <a:pPr lvl="1"/>
            <a:r>
              <a:rPr lang="en-US"/>
              <a:t>Segundo nivel del esquema</a:t>
            </a:r>
            <a:endParaRPr/>
          </a:p>
          <a:p>
            <a:pPr lvl="2"/>
            <a:r>
              <a:rPr lang="en-US"/>
              <a:t>Tercer nivel del esquema</a:t>
            </a:r>
            <a:endParaRPr/>
          </a:p>
          <a:p>
            <a:pPr lvl="3"/>
            <a:r>
              <a:rPr lang="en-US"/>
              <a:t>Cuarto nivel del esquema</a:t>
            </a:r>
            <a:endParaRPr/>
          </a:p>
          <a:p>
            <a:pPr lvl="4"/>
            <a:r>
              <a:rPr lang="en-US"/>
              <a:t>Quinto nivel del esquema</a:t>
            </a:r>
            <a:endParaRPr/>
          </a:p>
          <a:p>
            <a:pPr lvl="5"/>
            <a:r>
              <a:rPr lang="en-US"/>
              <a:t>Sexto nivel del esquema</a:t>
            </a:r>
            <a:endParaRPr/>
          </a:p>
          <a:p>
            <a:r>
              <a:rPr lang="en-US"/>
              <a:t>Séptimo nivel del esquemaHaga clic para modificar el estilo de texto del patrón</a:t>
            </a:r>
            <a:endParaRPr/>
          </a:p>
          <a:p>
            <a:pPr lvl="1"/>
            <a:r>
              <a:rPr lang="en-US"/>
              <a:t>Segundo nivel</a:t>
            </a:r>
            <a:endParaRPr/>
          </a:p>
          <a:p>
            <a:pPr lvl="2"/>
            <a:r>
              <a:rPr lang="en-US"/>
              <a:t>Tercer nivel</a:t>
            </a:r>
            <a:endParaRPr/>
          </a:p>
          <a:p>
            <a:pPr lvl="3"/>
            <a:r>
              <a:rPr lang="en-US"/>
              <a:t>Cuarto nivel</a:t>
            </a:r>
            <a:endParaRPr/>
          </a:p>
          <a:p>
            <a:pPr lvl="4"/>
            <a:r>
              <a:rPr lang="en-US"/>
              <a:t>Quinto nivel</a:t>
            </a:r>
            <a:endParaRPr/>
          </a:p>
        </p:txBody>
      </p:sp>
      <p:sp>
        <p:nvSpPr>
          <p:cNvPr id="39" name="PlaceHolder 3"/>
          <p:cNvSpPr>
            <a:spLocks noGrp="1"/>
          </p:cNvSpPr>
          <p:nvPr>
            <p:ph type="dt"/>
          </p:nvPr>
        </p:nvSpPr>
        <p:spPr>
          <a:xfrm>
            <a:off x="0" y="6669088"/>
            <a:ext cx="2133600" cy="188912"/>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a:p>
        </p:txBody>
      </p:sp>
      <p:sp>
        <p:nvSpPr>
          <p:cNvPr id="40" name="PlaceHolder 4"/>
          <p:cNvSpPr>
            <a:spLocks noGrp="1"/>
          </p:cNvSpPr>
          <p:nvPr>
            <p:ph type="ftr"/>
          </p:nvPr>
        </p:nvSpPr>
        <p:spPr>
          <a:xfrm>
            <a:off x="2195513" y="6669088"/>
            <a:ext cx="5976937" cy="188912"/>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a:p>
        </p:txBody>
      </p:sp>
      <p:sp>
        <p:nvSpPr>
          <p:cNvPr id="41" name="PlaceHolder 5"/>
          <p:cNvSpPr>
            <a:spLocks noGrp="1"/>
          </p:cNvSpPr>
          <p:nvPr>
            <p:ph type="sldNum"/>
          </p:nvPr>
        </p:nvSpPr>
        <p:spPr>
          <a:xfrm>
            <a:off x="8316913" y="6669088"/>
            <a:ext cx="827087" cy="188912"/>
          </a:xfrm>
          <a:prstGeom prst="rect">
            <a:avLst/>
          </a:prstGeom>
        </p:spPr>
        <p:txBody>
          <a:bodyPr vert="horz" wrap="square" lIns="91440" tIns="45720" rIns="91440" bIns="45720" numCol="1" anchor="t" anchorCtr="0" compatLnSpc="1">
            <a:prstTxWarp prst="textNoShape">
              <a:avLst/>
            </a:prstTxWarp>
          </a:bodyPr>
          <a:lstStyle>
            <a:lvl1pPr eaLnBrk="1" hangingPunct="1">
              <a:defRPr sz="1000">
                <a:solidFill>
                  <a:srgbClr val="FFFFFF"/>
                </a:solidFill>
              </a:defRPr>
            </a:lvl1pPr>
          </a:lstStyle>
          <a:p>
            <a:fld id="{293DCB94-77A0-4F13-8DDA-59F37733FAE8}" type="slidenum">
              <a:rPr lang="es-ES"/>
              <a:pPr/>
              <a:t>‹Nº›</a:t>
            </a:fld>
            <a:endParaRPr lang="es-ES" dirty="0"/>
          </a:p>
        </p:txBody>
      </p:sp>
    </p:spTree>
  </p:cSld>
  <p:clrMap bg1="lt1" tx1="dk1" bg2="lt2" tx2="dk2" accent1="accent1" accent2="accent2" accent3="accent3" accent4="accent4" accent5="accent5" accent6="accent6" hlink="hlink" folHlink="folHlink"/>
  <p:sldLayoutIdLst>
    <p:sldLayoutId id="2147485240" r:id="rId1"/>
    <p:sldLayoutId id="2147485241" r:id="rId2"/>
    <p:sldLayoutId id="2147485242" r:id="rId3"/>
    <p:sldLayoutId id="2147485243" r:id="rId4"/>
    <p:sldLayoutId id="2147485244" r:id="rId5"/>
    <p:sldLayoutId id="2147485245" r:id="rId6"/>
    <p:sldLayoutId id="2147485246" r:id="rId7"/>
    <p:sldLayoutId id="2147485247" r:id="rId8"/>
    <p:sldLayoutId id="2147485248" r:id="rId9"/>
    <p:sldLayoutId id="2147485249" r:id="rId10"/>
    <p:sldLayoutId id="2147485250" r:id="rId11"/>
    <p:sldLayoutId id="2147485251" r:id="rId12"/>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Arial" panose="020B0604020202020204" pitchFamily="34" charset="0"/>
          <a:ea typeface="DejaVu Sans"/>
          <a:cs typeface="DejaVu Sans"/>
        </a:defRPr>
      </a:lvl2pPr>
      <a:lvl3pPr algn="l" rtl="0" eaLnBrk="0" fontAlgn="base" hangingPunct="0">
        <a:lnSpc>
          <a:spcPct val="90000"/>
        </a:lnSpc>
        <a:spcBef>
          <a:spcPct val="0"/>
        </a:spcBef>
        <a:spcAft>
          <a:spcPct val="0"/>
        </a:spcAft>
        <a:defRPr sz="4400">
          <a:solidFill>
            <a:schemeClr val="tx1"/>
          </a:solidFill>
          <a:latin typeface="Arial" panose="020B0604020202020204" pitchFamily="34" charset="0"/>
          <a:ea typeface="DejaVu Sans"/>
          <a:cs typeface="DejaVu Sans"/>
        </a:defRPr>
      </a:lvl3pPr>
      <a:lvl4pPr algn="l" rtl="0" eaLnBrk="0" fontAlgn="base" hangingPunct="0">
        <a:lnSpc>
          <a:spcPct val="90000"/>
        </a:lnSpc>
        <a:spcBef>
          <a:spcPct val="0"/>
        </a:spcBef>
        <a:spcAft>
          <a:spcPct val="0"/>
        </a:spcAft>
        <a:defRPr sz="4400">
          <a:solidFill>
            <a:schemeClr val="tx1"/>
          </a:solidFill>
          <a:latin typeface="Arial" panose="020B0604020202020204" pitchFamily="34" charset="0"/>
          <a:ea typeface="DejaVu Sans"/>
          <a:cs typeface="DejaVu Sans"/>
        </a:defRPr>
      </a:lvl4pPr>
      <a:lvl5pPr algn="l" rtl="0" eaLnBrk="0" fontAlgn="base" hangingPunct="0">
        <a:lnSpc>
          <a:spcPct val="90000"/>
        </a:lnSpc>
        <a:spcBef>
          <a:spcPct val="0"/>
        </a:spcBef>
        <a:spcAft>
          <a:spcPct val="0"/>
        </a:spcAft>
        <a:defRPr sz="4400">
          <a:solidFill>
            <a:schemeClr val="tx1"/>
          </a:solidFill>
          <a:latin typeface="Arial" panose="020B0604020202020204" pitchFamily="34" charset="0"/>
          <a:ea typeface="DejaVu Sans"/>
          <a:cs typeface="DejaVu Sans"/>
        </a:defRPr>
      </a:lvl5pPr>
      <a:lvl6pPr marL="457200" algn="l" rtl="0" fontAlgn="base">
        <a:lnSpc>
          <a:spcPct val="90000"/>
        </a:lnSpc>
        <a:spcBef>
          <a:spcPct val="0"/>
        </a:spcBef>
        <a:spcAft>
          <a:spcPct val="0"/>
        </a:spcAft>
        <a:defRPr sz="4400">
          <a:solidFill>
            <a:schemeClr val="tx1"/>
          </a:solidFill>
          <a:latin typeface="Arial" panose="020B0604020202020204" pitchFamily="34" charset="0"/>
          <a:ea typeface="DejaVu Sans"/>
          <a:cs typeface="DejaVu Sans"/>
        </a:defRPr>
      </a:lvl6pPr>
      <a:lvl7pPr marL="914400" algn="l" rtl="0" fontAlgn="base">
        <a:lnSpc>
          <a:spcPct val="90000"/>
        </a:lnSpc>
        <a:spcBef>
          <a:spcPct val="0"/>
        </a:spcBef>
        <a:spcAft>
          <a:spcPct val="0"/>
        </a:spcAft>
        <a:defRPr sz="4400">
          <a:solidFill>
            <a:schemeClr val="tx1"/>
          </a:solidFill>
          <a:latin typeface="Arial" panose="020B0604020202020204" pitchFamily="34" charset="0"/>
          <a:ea typeface="DejaVu Sans"/>
          <a:cs typeface="DejaVu Sans"/>
        </a:defRPr>
      </a:lvl7pPr>
      <a:lvl8pPr marL="1371600" algn="l" rtl="0" fontAlgn="base">
        <a:lnSpc>
          <a:spcPct val="90000"/>
        </a:lnSpc>
        <a:spcBef>
          <a:spcPct val="0"/>
        </a:spcBef>
        <a:spcAft>
          <a:spcPct val="0"/>
        </a:spcAft>
        <a:defRPr sz="4400">
          <a:solidFill>
            <a:schemeClr val="tx1"/>
          </a:solidFill>
          <a:latin typeface="Arial" panose="020B0604020202020204" pitchFamily="34" charset="0"/>
          <a:ea typeface="DejaVu Sans"/>
          <a:cs typeface="DejaVu Sans"/>
        </a:defRPr>
      </a:lvl8pPr>
      <a:lvl9pPr marL="1828800" algn="l" rtl="0" fontAlgn="base">
        <a:lnSpc>
          <a:spcPct val="90000"/>
        </a:lnSpc>
        <a:spcBef>
          <a:spcPct val="0"/>
        </a:spcBef>
        <a:spcAft>
          <a:spcPct val="0"/>
        </a:spcAft>
        <a:defRPr sz="4400">
          <a:solidFill>
            <a:schemeClr val="tx1"/>
          </a:solidFill>
          <a:latin typeface="Arial" panose="020B0604020202020204" pitchFamily="34" charset="0"/>
          <a:ea typeface="DejaVu Sans"/>
          <a:cs typeface="DejaVu Sans"/>
        </a:defRPr>
      </a:lvl9pPr>
    </p:titleStyle>
    <p:body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5.xml"/><Relationship Id="rId5" Type="http://schemas.openxmlformats.org/officeDocument/2006/relationships/image" Target="../media/image10.jpe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5.xml"/><Relationship Id="rId6" Type="http://schemas.openxmlformats.org/officeDocument/2006/relationships/image" Target="../media/image14.jpe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jpeg"/></Relationships>
</file>

<file path=ppt/slides/_rels/slide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22.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Shape 1"/>
          <p:cNvSpPr txBox="1">
            <a:spLocks noChangeArrowheads="1"/>
          </p:cNvSpPr>
          <p:nvPr/>
        </p:nvSpPr>
        <p:spPr bwMode="auto">
          <a:xfrm>
            <a:off x="166263" y="1774446"/>
            <a:ext cx="7675563" cy="1800225"/>
          </a:xfrm>
          <a:prstGeom prst="rect">
            <a:avLst/>
          </a:prstGeom>
          <a:noFill/>
          <a:ln w="9525">
            <a:noFill/>
            <a:miter lim="800000"/>
            <a:headEnd/>
            <a:tailEnd/>
          </a:ln>
        </p:spPr>
        <p:txBody>
          <a:bodyPr anchor="ctr"/>
          <a:lstStyle/>
          <a:p>
            <a:pPr algn="ctr" eaLnBrk="1" hangingPunct="1"/>
            <a:r>
              <a:rPr lang="es-ES" altLang="es-ES" sz="3600" b="1" dirty="0">
                <a:solidFill>
                  <a:srgbClr val="FFFFFF"/>
                </a:solidFill>
              </a:rPr>
              <a:t>Perfil de Trabajo de Diploma</a:t>
            </a:r>
            <a:endParaRPr lang="es-ES" altLang="es-ES" dirty="0"/>
          </a:p>
        </p:txBody>
      </p:sp>
      <p:sp>
        <p:nvSpPr>
          <p:cNvPr id="28675" name="CustomShape 2"/>
          <p:cNvSpPr>
            <a:spLocks noChangeArrowheads="1"/>
          </p:cNvSpPr>
          <p:nvPr/>
        </p:nvSpPr>
        <p:spPr bwMode="auto">
          <a:xfrm>
            <a:off x="253755" y="4881295"/>
            <a:ext cx="5329237" cy="1674051"/>
          </a:xfrm>
          <a:prstGeom prst="rect">
            <a:avLst/>
          </a:prstGeom>
          <a:noFill/>
          <a:ln w="9525">
            <a:noFill/>
            <a:miter lim="800000"/>
            <a:headEnd/>
            <a:tailEnd/>
          </a:ln>
        </p:spPr>
        <p:txBody>
          <a:bodyPr lIns="90000" tIns="46800" rIns="90000" bIns="46800"/>
          <a:lstStyle/>
          <a:p>
            <a:pPr algn="just" eaLnBrk="1" hangingPunct="1"/>
            <a:r>
              <a:rPr lang="es-ES" altLang="es-ES" sz="2000" dirty="0">
                <a:solidFill>
                  <a:srgbClr val="FFFFFF"/>
                </a:solidFill>
              </a:rPr>
              <a:t>Autores:</a:t>
            </a:r>
          </a:p>
          <a:p>
            <a:pPr algn="just" eaLnBrk="1" hangingPunct="1">
              <a:buFont typeface="Arial" pitchFamily="34" charset="0"/>
              <a:buChar char="•"/>
            </a:pPr>
            <a:r>
              <a:rPr lang="es-ES" altLang="es-ES" sz="2000" dirty="0">
                <a:solidFill>
                  <a:srgbClr val="FFFFFF"/>
                </a:solidFill>
              </a:rPr>
              <a:t>Marlín Remigio Días</a:t>
            </a:r>
          </a:p>
          <a:p>
            <a:pPr algn="just" eaLnBrk="1" hangingPunct="1">
              <a:buFont typeface="Arial" pitchFamily="34" charset="0"/>
              <a:buChar char="•"/>
            </a:pPr>
            <a:r>
              <a:rPr lang="es-ES" altLang="es-ES" sz="2000" dirty="0">
                <a:solidFill>
                  <a:srgbClr val="FFFFFF"/>
                </a:solidFill>
              </a:rPr>
              <a:t>Leinier Caraballo Yanes</a:t>
            </a:r>
          </a:p>
          <a:p>
            <a:pPr eaLnBrk="1" hangingPunct="1"/>
            <a:endParaRPr lang="es-ES" altLang="es-ES" dirty="0"/>
          </a:p>
        </p:txBody>
      </p:sp>
      <p:sp>
        <p:nvSpPr>
          <p:cNvPr id="28676" name="TextShape 3"/>
          <p:cNvSpPr txBox="1">
            <a:spLocks noChangeArrowheads="1"/>
          </p:cNvSpPr>
          <p:nvPr/>
        </p:nvSpPr>
        <p:spPr bwMode="auto">
          <a:xfrm>
            <a:off x="142875" y="3914417"/>
            <a:ext cx="9001125" cy="922338"/>
          </a:xfrm>
          <a:prstGeom prst="rect">
            <a:avLst/>
          </a:prstGeom>
          <a:noFill/>
          <a:ln w="9525">
            <a:noFill/>
            <a:miter lim="800000"/>
            <a:headEnd/>
            <a:tailEnd/>
          </a:ln>
        </p:spPr>
        <p:txBody>
          <a:bodyPr/>
          <a:lstStyle/>
          <a:p>
            <a:pPr algn="just" eaLnBrk="1" hangingPunct="1"/>
            <a:r>
              <a:rPr lang="es-ES" altLang="es-ES" sz="2800" dirty="0">
                <a:solidFill>
                  <a:schemeClr val="bg1"/>
                </a:solidFill>
              </a:rPr>
              <a:t>Título: </a:t>
            </a:r>
            <a:r>
              <a:rPr lang="es-ES" sz="2800" dirty="0">
                <a:solidFill>
                  <a:schemeClr val="bg1"/>
                </a:solidFill>
              </a:rPr>
              <a:t>Sistema de gestión para la asignación y control de los recursos materiales de la Facultad 4</a:t>
            </a:r>
          </a:p>
          <a:p>
            <a:pPr algn="ctr" eaLnBrk="1" hangingPunct="1">
              <a:buFont typeface="Arial" pitchFamily="34" charset="0"/>
              <a:buNone/>
            </a:pPr>
            <a:endParaRPr lang="es-ES" altLang="es-ES" sz="2800" dirty="0">
              <a:solidFill>
                <a:srgbClr val="FFFF99"/>
              </a:solidFill>
            </a:endParaRPr>
          </a:p>
          <a:p>
            <a:pPr algn="ctr" eaLnBrk="1" hangingPunct="1"/>
            <a:r>
              <a:rPr lang="es-ES" altLang="es-ES" sz="2800" dirty="0">
                <a:solidFill>
                  <a:srgbClr val="FFFF99"/>
                </a:solidFill>
              </a:rPr>
              <a:t> </a:t>
            </a:r>
            <a:endParaRPr lang="es-ES" altLang="es-ES" dirty="0"/>
          </a:p>
        </p:txBody>
      </p:sp>
      <p:sp>
        <p:nvSpPr>
          <p:cNvPr id="6" name="5 CuadroTexto"/>
          <p:cNvSpPr txBox="1"/>
          <p:nvPr/>
        </p:nvSpPr>
        <p:spPr>
          <a:xfrm>
            <a:off x="5409127" y="6063666"/>
            <a:ext cx="3734873" cy="646331"/>
          </a:xfrm>
          <a:prstGeom prst="rect">
            <a:avLst/>
          </a:prstGeom>
          <a:noFill/>
        </p:spPr>
        <p:txBody>
          <a:bodyPr wrap="square" rtlCol="0">
            <a:spAutoFit/>
          </a:bodyPr>
          <a:lstStyle/>
          <a:p>
            <a:r>
              <a:rPr lang="es-ES" dirty="0">
                <a:solidFill>
                  <a:schemeClr val="bg1"/>
                </a:solidFill>
              </a:rPr>
              <a:t>La Habana, 10 de marzo de 2022</a:t>
            </a:r>
          </a:p>
          <a:p>
            <a:endParaRPr lang="es-ES" dirty="0">
              <a:solidFill>
                <a:schemeClr val="bg1"/>
              </a:solidFill>
            </a:endParaRPr>
          </a:p>
        </p:txBody>
      </p:sp>
      <p:sp>
        <p:nvSpPr>
          <p:cNvPr id="9" name="8 CuadroTexto"/>
          <p:cNvSpPr txBox="1"/>
          <p:nvPr/>
        </p:nvSpPr>
        <p:spPr>
          <a:xfrm>
            <a:off x="5743978" y="6488668"/>
            <a:ext cx="3181082" cy="369332"/>
          </a:xfrm>
          <a:prstGeom prst="rect">
            <a:avLst/>
          </a:prstGeom>
          <a:noFill/>
        </p:spPr>
        <p:txBody>
          <a:bodyPr wrap="square" rtlCol="0">
            <a:spAutoFit/>
          </a:bodyPr>
          <a:lstStyle/>
          <a:p>
            <a:r>
              <a:rPr lang="es-ES" dirty="0">
                <a:solidFill>
                  <a:schemeClr val="bg1"/>
                </a:solidFill>
              </a:rPr>
              <a:t>``Año 64 de la Revolución´´</a:t>
            </a:r>
          </a:p>
        </p:txBody>
      </p:sp>
    </p:spTree>
  </p:cSld>
  <p:clrMapOvr>
    <a:masterClrMapping/>
  </p:clrMapOvr>
  <p:transition>
    <p:fade/>
  </p:transition>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p:cNvSpPr txBox="1">
            <a:spLocks/>
          </p:cNvSpPr>
          <p:nvPr/>
        </p:nvSpPr>
        <p:spPr>
          <a:xfrm>
            <a:off x="250825" y="115888"/>
            <a:ext cx="6769100" cy="576262"/>
          </a:xfrm>
          <a:prstGeom prst="rect">
            <a:avLst/>
          </a:prstGeom>
        </p:spPr>
        <p:txBody>
          <a:body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2800" b="1" i="0" u="none" strike="noStrike" kern="1200" cap="none" spc="0" normalizeH="0" baseline="0" noProof="0" dirty="0">
                <a:ln>
                  <a:noFill/>
                </a:ln>
                <a:solidFill>
                  <a:schemeClr val="bg1"/>
                </a:solidFill>
                <a:effectLst/>
                <a:uLnTx/>
                <a:uFillTx/>
                <a:latin typeface="+mj-lt"/>
                <a:ea typeface="ＭＳ Ｐゴシック" pitchFamily="34" charset="-128"/>
                <a:cs typeface="+mj-cs"/>
              </a:rPr>
              <a:t>Introducci</a:t>
            </a:r>
            <a:r>
              <a:rPr kumimoji="0" lang="es-ES" sz="2800" b="1" i="0" u="none" strike="noStrike" kern="1200" cap="none" spc="0" normalizeH="0" baseline="0" noProof="0" dirty="0">
                <a:ln>
                  <a:noFill/>
                </a:ln>
                <a:solidFill>
                  <a:schemeClr val="bg1"/>
                </a:solidFill>
                <a:effectLst/>
                <a:uLnTx/>
                <a:uFillTx/>
                <a:latin typeface="+mj-lt"/>
                <a:ea typeface="ＭＳ Ｐゴシック" pitchFamily="34" charset="-128"/>
                <a:cs typeface="+mj-cs"/>
              </a:rPr>
              <a:t>ón</a:t>
            </a:r>
            <a:endParaRPr kumimoji="0" lang="es-ES" sz="2800" b="1" i="0" u="none" strike="noStrike" kern="1200" cap="none" spc="0" normalizeH="0" baseline="0" noProof="0" dirty="0">
              <a:ln>
                <a:noFill/>
              </a:ln>
              <a:solidFill>
                <a:schemeClr val="bg1"/>
              </a:solidFill>
              <a:effectLst/>
              <a:uLnTx/>
              <a:uFillTx/>
              <a:latin typeface="+mj-lt"/>
              <a:ea typeface="+mj-ea"/>
              <a:cs typeface="+mj-cs"/>
            </a:endParaRPr>
          </a:p>
        </p:txBody>
      </p:sp>
      <p:pic>
        <p:nvPicPr>
          <p:cNvPr id="6" name="5 Imagen" descr="FB_IMG_1644777960389.jpg"/>
          <p:cNvPicPr>
            <a:picLocks noChangeAspect="1"/>
          </p:cNvPicPr>
          <p:nvPr/>
        </p:nvPicPr>
        <p:blipFill>
          <a:blip r:embed="rId3"/>
          <a:stretch>
            <a:fillRect/>
          </a:stretch>
        </p:blipFill>
        <p:spPr>
          <a:xfrm>
            <a:off x="5116888" y="1901371"/>
            <a:ext cx="4027112" cy="3788230"/>
          </a:xfrm>
          <a:prstGeom prst="rect">
            <a:avLst/>
          </a:prstGeom>
        </p:spPr>
      </p:pic>
      <p:sp>
        <p:nvSpPr>
          <p:cNvPr id="9" name="8 Flecha derecha"/>
          <p:cNvSpPr/>
          <p:nvPr/>
        </p:nvSpPr>
        <p:spPr bwMode="auto">
          <a:xfrm>
            <a:off x="3454400" y="3424907"/>
            <a:ext cx="1465722" cy="642942"/>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s-ES" sz="2000" b="1" i="0" u="none" strike="noStrike" cap="none" normalizeH="0" baseline="0">
              <a:ln>
                <a:noFill/>
              </a:ln>
              <a:solidFill>
                <a:schemeClr val="tx1"/>
              </a:solidFill>
              <a:effectLst/>
              <a:latin typeface="Arial" pitchFamily="34" charset="0"/>
              <a:cs typeface="Arial" pitchFamily="34" charset="0"/>
            </a:endParaRPr>
          </a:p>
        </p:txBody>
      </p:sp>
      <p:pic>
        <p:nvPicPr>
          <p:cNvPr id="10" name="9 Imagen" descr="fieles-la-vision-de-fidel-1.jpg"/>
          <p:cNvPicPr>
            <a:picLocks noChangeAspect="1"/>
          </p:cNvPicPr>
          <p:nvPr/>
        </p:nvPicPr>
        <p:blipFill>
          <a:blip r:embed="rId4"/>
          <a:stretch>
            <a:fillRect/>
          </a:stretch>
        </p:blipFill>
        <p:spPr>
          <a:xfrm>
            <a:off x="0" y="1886857"/>
            <a:ext cx="3381829" cy="378822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Shape 1"/>
          <p:cNvSpPr txBox="1">
            <a:spLocks noChangeArrowheads="1"/>
          </p:cNvSpPr>
          <p:nvPr/>
        </p:nvSpPr>
        <p:spPr bwMode="auto">
          <a:xfrm>
            <a:off x="250825" y="209550"/>
            <a:ext cx="5929313" cy="539750"/>
          </a:xfrm>
          <a:prstGeom prst="rect">
            <a:avLst/>
          </a:prstGeom>
          <a:noFill/>
          <a:ln w="9525">
            <a:noFill/>
            <a:miter lim="800000"/>
            <a:headEnd/>
            <a:tailEnd/>
          </a:ln>
        </p:spPr>
        <p:txBody>
          <a:bodyPr/>
          <a:lstStyle/>
          <a:p>
            <a:pPr algn="just" eaLnBrk="1" hangingPunct="1">
              <a:lnSpc>
                <a:spcPct val="80000"/>
              </a:lnSpc>
            </a:pPr>
            <a:r>
              <a:rPr lang="es-ES" altLang="es-ES" sz="3200" b="1" dirty="0">
                <a:solidFill>
                  <a:schemeClr val="bg1"/>
                </a:solidFill>
              </a:rPr>
              <a:t>Situación problemática</a:t>
            </a:r>
          </a:p>
        </p:txBody>
      </p:sp>
      <p:pic>
        <p:nvPicPr>
          <p:cNvPr id="4" name="3 Imagen" descr="problema.jpg"/>
          <p:cNvPicPr>
            <a:picLocks noChangeAspect="1"/>
          </p:cNvPicPr>
          <p:nvPr/>
        </p:nvPicPr>
        <p:blipFill>
          <a:blip r:embed="rId3"/>
          <a:stretch>
            <a:fillRect/>
          </a:stretch>
        </p:blipFill>
        <p:spPr>
          <a:xfrm>
            <a:off x="-1" y="3817258"/>
            <a:ext cx="3425371" cy="2802390"/>
          </a:xfrm>
          <a:prstGeom prst="rect">
            <a:avLst/>
          </a:prstGeom>
        </p:spPr>
      </p:pic>
      <p:sp>
        <p:nvSpPr>
          <p:cNvPr id="5" name="4 CuadroTexto"/>
          <p:cNvSpPr txBox="1"/>
          <p:nvPr/>
        </p:nvSpPr>
        <p:spPr>
          <a:xfrm>
            <a:off x="2830286" y="1266254"/>
            <a:ext cx="5805714" cy="4062651"/>
          </a:xfrm>
          <a:prstGeom prst="rect">
            <a:avLst/>
          </a:prstGeom>
          <a:noFill/>
        </p:spPr>
        <p:txBody>
          <a:bodyPr wrap="square" rtlCol="0">
            <a:spAutoFit/>
          </a:bodyPr>
          <a:lstStyle/>
          <a:p>
            <a:pPr>
              <a:buFontTx/>
              <a:buChar char="-"/>
            </a:pPr>
            <a:r>
              <a:rPr lang="es-ES" sz="2400" dirty="0"/>
              <a:t>Deterioro o perdida de las tarjetas de préstamo, o posibles errores humanos a la hora de llenarlas </a:t>
            </a:r>
          </a:p>
          <a:p>
            <a:pPr>
              <a:buFontTx/>
              <a:buChar char="-"/>
            </a:pPr>
            <a:endParaRPr lang="es-ES" sz="2400" b="0" dirty="0"/>
          </a:p>
          <a:p>
            <a:pPr>
              <a:buFontTx/>
              <a:buChar char="-"/>
            </a:pPr>
            <a:r>
              <a:rPr lang="es-ES" sz="2400" b="0" dirty="0"/>
              <a:t>Dificultades en el control exacto de la información.</a:t>
            </a:r>
          </a:p>
          <a:p>
            <a:endParaRPr lang="es-ES" sz="2400" b="0" dirty="0"/>
          </a:p>
          <a:p>
            <a:pPr>
              <a:buFontTx/>
              <a:buChar char="-"/>
            </a:pPr>
            <a:r>
              <a:rPr lang="es-CU" sz="2400" b="0" dirty="0"/>
              <a:t>Dificultades en el control del destino final de los recursos</a:t>
            </a:r>
          </a:p>
          <a:p>
            <a:pPr>
              <a:buFontTx/>
              <a:buChar char="-"/>
            </a:pPr>
            <a:endParaRPr lang="es-CU" sz="2400" b="0" dirty="0"/>
          </a:p>
          <a:p>
            <a:endParaRPr lang="es-E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Shape 1"/>
          <p:cNvSpPr txBox="1">
            <a:spLocks noChangeArrowheads="1"/>
          </p:cNvSpPr>
          <p:nvPr/>
        </p:nvSpPr>
        <p:spPr bwMode="auto">
          <a:xfrm>
            <a:off x="250825" y="115888"/>
            <a:ext cx="6769100" cy="576262"/>
          </a:xfrm>
          <a:prstGeom prst="rect">
            <a:avLst/>
          </a:prstGeom>
          <a:noFill/>
          <a:ln w="9525">
            <a:noFill/>
            <a:miter lim="800000"/>
            <a:headEnd/>
            <a:tailEnd/>
          </a:ln>
        </p:spPr>
        <p:txBody>
          <a:bodyPr anchor="ctr"/>
          <a:lstStyle/>
          <a:p>
            <a:pPr eaLnBrk="1" hangingPunct="1"/>
            <a:r>
              <a:rPr lang="es-ES" altLang="es-ES" sz="3200" b="1" dirty="0">
                <a:solidFill>
                  <a:srgbClr val="FFFFFF"/>
                </a:solidFill>
              </a:rPr>
              <a:t>Problema de investigación</a:t>
            </a:r>
            <a:endParaRPr lang="es-ES" altLang="es-ES" dirty="0"/>
          </a:p>
        </p:txBody>
      </p:sp>
      <p:sp>
        <p:nvSpPr>
          <p:cNvPr id="4" name="3 CuadroTexto"/>
          <p:cNvSpPr txBox="1"/>
          <p:nvPr/>
        </p:nvSpPr>
        <p:spPr>
          <a:xfrm>
            <a:off x="755374" y="1004641"/>
            <a:ext cx="7765774" cy="1569660"/>
          </a:xfrm>
          <a:prstGeom prst="rect">
            <a:avLst/>
          </a:prstGeom>
          <a:noFill/>
        </p:spPr>
        <p:txBody>
          <a:bodyPr wrap="square" rtlCol="0">
            <a:spAutoFit/>
          </a:bodyPr>
          <a:lstStyle/>
          <a:p>
            <a:pPr algn="just"/>
            <a:r>
              <a:rPr lang="es-ES" sz="3200" dirty="0"/>
              <a:t>¿Cómo optimizar la gestión de los procesos de asignación y control de los recursos materiales en la Facultad 4?</a:t>
            </a:r>
          </a:p>
        </p:txBody>
      </p:sp>
      <p:pic>
        <p:nvPicPr>
          <p:cNvPr id="5" name="Picture 2" descr="C:\Users\Andry\Downloads\problema de investigacion.jpg"/>
          <p:cNvPicPr>
            <a:picLocks noChangeAspect="1" noChangeArrowheads="1"/>
          </p:cNvPicPr>
          <p:nvPr/>
        </p:nvPicPr>
        <p:blipFill>
          <a:blip r:embed="rId2"/>
          <a:srcRect/>
          <a:stretch>
            <a:fillRect/>
          </a:stretch>
        </p:blipFill>
        <p:spPr bwMode="auto">
          <a:xfrm>
            <a:off x="1214414" y="3023844"/>
            <a:ext cx="7929586" cy="3584499"/>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68514" y="0"/>
            <a:ext cx="8229240" cy="754743"/>
          </a:xfrm>
        </p:spPr>
        <p:txBody>
          <a:bodyPr/>
          <a:lstStyle/>
          <a:p>
            <a:r>
              <a:rPr lang="es-ES" sz="2800" b="1" dirty="0">
                <a:solidFill>
                  <a:schemeClr val="bg1"/>
                </a:solidFill>
              </a:rPr>
              <a:t>Problema de Investigación</a:t>
            </a:r>
          </a:p>
        </p:txBody>
      </p:sp>
      <p:sp>
        <p:nvSpPr>
          <p:cNvPr id="9" name="8 Marcador de contenido"/>
          <p:cNvSpPr>
            <a:spLocks noGrp="1"/>
          </p:cNvSpPr>
          <p:nvPr>
            <p:ph idx="4294967295"/>
          </p:nvPr>
        </p:nvSpPr>
        <p:spPr>
          <a:xfrm>
            <a:off x="0" y="785794"/>
            <a:ext cx="9144000" cy="2786082"/>
          </a:xfrm>
          <a:prstGeom prst="rect">
            <a:avLst/>
          </a:prstGeom>
        </p:spPr>
        <p:txBody>
          <a:bodyPr/>
          <a:lstStyle/>
          <a:p>
            <a:pPr>
              <a:buNone/>
            </a:pPr>
            <a:r>
              <a:rPr lang="es-ES" sz="2400" b="1" dirty="0">
                <a:latin typeface="Arial" pitchFamily="34" charset="0"/>
                <a:cs typeface="Arial" pitchFamily="34" charset="0"/>
              </a:rPr>
              <a:t> </a:t>
            </a:r>
            <a:endParaRPr lang="es-ES" dirty="0">
              <a:latin typeface="Arial" pitchFamily="34" charset="0"/>
              <a:cs typeface="Arial" pitchFamily="34" charset="0"/>
            </a:endParaRPr>
          </a:p>
          <a:p>
            <a:pPr>
              <a:buNone/>
            </a:pPr>
            <a:r>
              <a:rPr lang="es-CU" sz="2400" b="1" dirty="0">
                <a:latin typeface="Arial" pitchFamily="34" charset="0"/>
                <a:cs typeface="Arial" pitchFamily="34" charset="0"/>
              </a:rPr>
              <a:t> Objetivo general: </a:t>
            </a:r>
          </a:p>
          <a:p>
            <a:r>
              <a:rPr lang="es-ES" dirty="0"/>
              <a:t>Diseñar un sistema de gestión para la asignación y control de los recursos materiales en la Facultad.</a:t>
            </a:r>
            <a:endParaRPr lang="es-CU" dirty="0">
              <a:latin typeface="Arial" pitchFamily="34" charset="0"/>
              <a:cs typeface="Arial" pitchFamily="34" charset="0"/>
            </a:endParaRPr>
          </a:p>
          <a:p>
            <a:pPr>
              <a:buNone/>
            </a:pPr>
            <a:r>
              <a:rPr lang="es-CU" sz="2400" b="1" dirty="0">
                <a:latin typeface="Arial" pitchFamily="34" charset="0"/>
                <a:cs typeface="Arial" pitchFamily="34" charset="0"/>
              </a:rPr>
              <a:t> </a:t>
            </a:r>
            <a:endParaRPr lang="es-ES" dirty="0">
              <a:latin typeface="Arial" pitchFamily="34" charset="0"/>
              <a:cs typeface="Arial" pitchFamily="34" charset="0"/>
            </a:endParaRPr>
          </a:p>
        </p:txBody>
      </p:sp>
      <p:pic>
        <p:nvPicPr>
          <p:cNvPr id="1026" name="Picture 2" descr="C:\Users\Andry\Downloads\definir_objetivos.jpg"/>
          <p:cNvPicPr>
            <a:picLocks noChangeAspect="1" noChangeArrowheads="1"/>
          </p:cNvPicPr>
          <p:nvPr/>
        </p:nvPicPr>
        <p:blipFill>
          <a:blip r:embed="rId3"/>
          <a:srcRect/>
          <a:stretch>
            <a:fillRect/>
          </a:stretch>
        </p:blipFill>
        <p:spPr bwMode="auto">
          <a:xfrm>
            <a:off x="1" y="3000372"/>
            <a:ext cx="9144000" cy="3586172"/>
          </a:xfrm>
          <a:prstGeom prst="rect">
            <a:avLst/>
          </a:prstGeom>
          <a:noFill/>
        </p:spPr>
      </p:pic>
    </p:spTree>
    <p:extLst>
      <p:ext uri="{BB962C8B-B14F-4D97-AF65-F5344CB8AC3E}">
        <p14:creationId xmlns:p14="http://schemas.microsoft.com/office/powerpoint/2010/main" val="3239856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54000" y="0"/>
            <a:ext cx="8229240" cy="867217"/>
          </a:xfrm>
        </p:spPr>
        <p:txBody>
          <a:bodyPr/>
          <a:lstStyle/>
          <a:p>
            <a:r>
              <a:rPr lang="es-ES" sz="2800" b="1" dirty="0">
                <a:solidFill>
                  <a:schemeClr val="bg1"/>
                </a:solidFill>
              </a:rPr>
              <a:t>Tareas de la Investigación</a:t>
            </a:r>
          </a:p>
        </p:txBody>
      </p:sp>
      <p:sp>
        <p:nvSpPr>
          <p:cNvPr id="6" name="5 Marcador de contenido"/>
          <p:cNvSpPr>
            <a:spLocks noGrp="1"/>
          </p:cNvSpPr>
          <p:nvPr>
            <p:ph idx="4294967295"/>
          </p:nvPr>
        </p:nvSpPr>
        <p:spPr>
          <a:xfrm>
            <a:off x="0" y="1928802"/>
            <a:ext cx="8893175" cy="4378337"/>
          </a:xfrm>
          <a:prstGeom prst="rect">
            <a:avLst/>
          </a:prstGeom>
        </p:spPr>
        <p:txBody>
          <a:bodyPr/>
          <a:lstStyle/>
          <a:p>
            <a:pPr marL="457200" lvl="0" indent="-457200" algn="just">
              <a:buFont typeface="+mj-lt"/>
              <a:buAutoNum type="arabicPeriod"/>
            </a:pPr>
            <a:r>
              <a:rPr lang="es-ES" sz="2400" dirty="0"/>
              <a:t> Elaboración del marco teórico de la investigación mediante el estudio de sistemas informáticos que permitan la asignación y control de recursos materiales. </a:t>
            </a:r>
          </a:p>
          <a:p>
            <a:pPr marL="457200" lvl="0" indent="-457200" algn="just">
              <a:buFont typeface="+mj-lt"/>
              <a:buAutoNum type="arabicPeriod"/>
            </a:pPr>
            <a:r>
              <a:rPr lang="es-ES" sz="2400" dirty="0"/>
              <a:t>Definición de la metodología de desarrollo de software, herramientas y tecnologías a utilizar para el desarrollo del sistema. </a:t>
            </a:r>
          </a:p>
          <a:p>
            <a:pPr marL="457200" lvl="0" indent="-457200">
              <a:buFont typeface="+mj-lt"/>
              <a:buAutoNum type="arabicPeriod"/>
            </a:pPr>
            <a:r>
              <a:rPr lang="es-ES" sz="2400" dirty="0"/>
              <a:t>- Diseño de la solución propuesta.</a:t>
            </a:r>
          </a:p>
          <a:p>
            <a:pPr>
              <a:buNone/>
            </a:pPr>
            <a:endParaRPr lang="es-ES" dirty="0"/>
          </a:p>
        </p:txBody>
      </p:sp>
    </p:spTree>
    <p:extLst>
      <p:ext uri="{BB962C8B-B14F-4D97-AF65-F5344CB8AC3E}">
        <p14:creationId xmlns:p14="http://schemas.microsoft.com/office/powerpoint/2010/main" val="3239856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8229240" cy="725714"/>
          </a:xfrm>
        </p:spPr>
        <p:txBody>
          <a:bodyPr/>
          <a:lstStyle/>
          <a:p>
            <a:r>
              <a:rPr lang="es-ES" sz="2800" b="1" dirty="0">
                <a:solidFill>
                  <a:schemeClr val="bg1"/>
                </a:solidFill>
              </a:rPr>
              <a:t>Sistemas similares:</a:t>
            </a:r>
          </a:p>
        </p:txBody>
      </p:sp>
      <p:sp>
        <p:nvSpPr>
          <p:cNvPr id="6" name="5 Marcador de contenido"/>
          <p:cNvSpPr>
            <a:spLocks noGrp="1"/>
          </p:cNvSpPr>
          <p:nvPr>
            <p:ph idx="4294967295"/>
          </p:nvPr>
        </p:nvSpPr>
        <p:spPr>
          <a:xfrm>
            <a:off x="457200" y="836613"/>
            <a:ext cx="8435975" cy="1806569"/>
          </a:xfrm>
          <a:prstGeom prst="rect">
            <a:avLst/>
          </a:prstGeom>
        </p:spPr>
        <p:txBody>
          <a:bodyPr/>
          <a:lstStyle/>
          <a:p>
            <a:endParaRPr lang="es-ES" dirty="0"/>
          </a:p>
          <a:p>
            <a:endParaRPr lang="es-ES" dirty="0"/>
          </a:p>
        </p:txBody>
      </p:sp>
      <p:pic>
        <p:nvPicPr>
          <p:cNvPr id="12" name="11 Imagen" descr="logo-siga-header.png"/>
          <p:cNvPicPr>
            <a:picLocks noChangeAspect="1"/>
          </p:cNvPicPr>
          <p:nvPr/>
        </p:nvPicPr>
        <p:blipFill>
          <a:blip r:embed="rId3"/>
          <a:stretch>
            <a:fillRect/>
          </a:stretch>
        </p:blipFill>
        <p:spPr>
          <a:xfrm>
            <a:off x="188685" y="853623"/>
            <a:ext cx="2897382" cy="1613806"/>
          </a:xfrm>
          <a:prstGeom prst="rect">
            <a:avLst/>
          </a:prstGeom>
        </p:spPr>
      </p:pic>
      <p:pic>
        <p:nvPicPr>
          <p:cNvPr id="14" name="13 Imagen" descr="logoSoftExpert-Almacén.png"/>
          <p:cNvPicPr>
            <a:picLocks noChangeAspect="1"/>
          </p:cNvPicPr>
          <p:nvPr/>
        </p:nvPicPr>
        <p:blipFill>
          <a:blip r:embed="rId4"/>
          <a:stretch>
            <a:fillRect/>
          </a:stretch>
        </p:blipFill>
        <p:spPr>
          <a:xfrm>
            <a:off x="0" y="4601029"/>
            <a:ext cx="3251199" cy="2032000"/>
          </a:xfrm>
          <a:prstGeom prst="rect">
            <a:avLst/>
          </a:prstGeom>
        </p:spPr>
      </p:pic>
      <p:pic>
        <p:nvPicPr>
          <p:cNvPr id="15" name="14 Imagen" descr="koha.jpg"/>
          <p:cNvPicPr>
            <a:picLocks noChangeAspect="1"/>
          </p:cNvPicPr>
          <p:nvPr/>
        </p:nvPicPr>
        <p:blipFill>
          <a:blip r:embed="rId5"/>
          <a:stretch>
            <a:fillRect/>
          </a:stretch>
        </p:blipFill>
        <p:spPr>
          <a:xfrm>
            <a:off x="0" y="2454276"/>
            <a:ext cx="3309257" cy="2152650"/>
          </a:xfrm>
          <a:prstGeom prst="rect">
            <a:avLst/>
          </a:prstGeom>
        </p:spPr>
      </p:pic>
      <p:sp>
        <p:nvSpPr>
          <p:cNvPr id="17" name="16 CuadroTexto"/>
          <p:cNvSpPr txBox="1"/>
          <p:nvPr/>
        </p:nvSpPr>
        <p:spPr>
          <a:xfrm>
            <a:off x="3541487" y="1190172"/>
            <a:ext cx="5602513" cy="1015663"/>
          </a:xfrm>
          <a:prstGeom prst="rect">
            <a:avLst/>
          </a:prstGeom>
          <a:noFill/>
        </p:spPr>
        <p:txBody>
          <a:bodyPr wrap="square" rtlCol="0">
            <a:spAutoFit/>
          </a:bodyPr>
          <a:lstStyle/>
          <a:p>
            <a:pPr algn="ctr"/>
            <a:r>
              <a:rPr lang="es-ES" sz="2000" dirty="0"/>
              <a:t>sistema informático que contribuye al ordenamiento y simplificación de los procesos de la gestión administrativa</a:t>
            </a:r>
          </a:p>
        </p:txBody>
      </p:sp>
      <p:sp>
        <p:nvSpPr>
          <p:cNvPr id="18" name="17 CuadroTexto"/>
          <p:cNvSpPr txBox="1"/>
          <p:nvPr/>
        </p:nvSpPr>
        <p:spPr>
          <a:xfrm>
            <a:off x="3614057" y="5588000"/>
            <a:ext cx="5254171" cy="707886"/>
          </a:xfrm>
          <a:prstGeom prst="rect">
            <a:avLst/>
          </a:prstGeom>
          <a:noFill/>
        </p:spPr>
        <p:txBody>
          <a:bodyPr wrap="square" rtlCol="0">
            <a:spAutoFit/>
          </a:bodyPr>
          <a:lstStyle/>
          <a:p>
            <a:pPr algn="ctr"/>
            <a:r>
              <a:rPr lang="es-ES" sz="2000" dirty="0"/>
              <a:t>Software enfocado en la gestión de existencias, depósitos e inventario</a:t>
            </a:r>
          </a:p>
        </p:txBody>
      </p:sp>
      <p:sp>
        <p:nvSpPr>
          <p:cNvPr id="19" name="18 CuadroTexto"/>
          <p:cNvSpPr txBox="1"/>
          <p:nvPr/>
        </p:nvSpPr>
        <p:spPr>
          <a:xfrm>
            <a:off x="4063999" y="3265714"/>
            <a:ext cx="4528457" cy="1015663"/>
          </a:xfrm>
          <a:prstGeom prst="rect">
            <a:avLst/>
          </a:prstGeom>
          <a:noFill/>
        </p:spPr>
        <p:txBody>
          <a:bodyPr wrap="square" rtlCol="0">
            <a:spAutoFit/>
          </a:bodyPr>
          <a:lstStyle/>
          <a:p>
            <a:pPr algn="ctr"/>
            <a:r>
              <a:rPr lang="es-ES" sz="2000" dirty="0"/>
              <a:t>es un software libre y de código abierto de automatización de bibliotecas</a:t>
            </a:r>
          </a:p>
        </p:txBody>
      </p:sp>
    </p:spTree>
    <p:extLst>
      <p:ext uri="{BB962C8B-B14F-4D97-AF65-F5344CB8AC3E}">
        <p14:creationId xmlns:p14="http://schemas.microsoft.com/office/powerpoint/2010/main" val="32398563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70114" y="0"/>
            <a:ext cx="8229240" cy="841829"/>
          </a:xfrm>
        </p:spPr>
        <p:txBody>
          <a:bodyPr/>
          <a:lstStyle/>
          <a:p>
            <a:r>
              <a:rPr lang="es-ES" sz="2800" b="1" dirty="0">
                <a:solidFill>
                  <a:schemeClr val="bg1"/>
                </a:solidFill>
              </a:rPr>
              <a:t>Herramientas y Tecnologías</a:t>
            </a:r>
          </a:p>
        </p:txBody>
      </p:sp>
      <p:sp>
        <p:nvSpPr>
          <p:cNvPr id="6" name="5 Marcador de contenido"/>
          <p:cNvSpPr>
            <a:spLocks noGrp="1"/>
          </p:cNvSpPr>
          <p:nvPr>
            <p:ph idx="4294967295"/>
          </p:nvPr>
        </p:nvSpPr>
        <p:spPr>
          <a:xfrm>
            <a:off x="457200" y="836613"/>
            <a:ext cx="8435975" cy="1806569"/>
          </a:xfrm>
          <a:prstGeom prst="rect">
            <a:avLst/>
          </a:prstGeom>
        </p:spPr>
        <p:txBody>
          <a:bodyPr/>
          <a:lstStyle/>
          <a:p>
            <a:endParaRPr lang="es-ES" dirty="0"/>
          </a:p>
          <a:p>
            <a:endParaRPr lang="es-ES" dirty="0"/>
          </a:p>
        </p:txBody>
      </p:sp>
      <p:pic>
        <p:nvPicPr>
          <p:cNvPr id="4099" name="Picture 3" descr="C:\Users\Andry\Downloads\UML.png"/>
          <p:cNvPicPr>
            <a:picLocks noChangeAspect="1" noChangeArrowheads="1"/>
          </p:cNvPicPr>
          <p:nvPr/>
        </p:nvPicPr>
        <p:blipFill>
          <a:blip r:embed="rId3" cstate="print"/>
          <a:srcRect/>
          <a:stretch>
            <a:fillRect/>
          </a:stretch>
        </p:blipFill>
        <p:spPr bwMode="auto">
          <a:xfrm>
            <a:off x="3211499" y="2569029"/>
            <a:ext cx="2449072" cy="1959429"/>
          </a:xfrm>
          <a:prstGeom prst="rect">
            <a:avLst/>
          </a:prstGeom>
          <a:noFill/>
        </p:spPr>
      </p:pic>
      <p:pic>
        <p:nvPicPr>
          <p:cNvPr id="4102" name="Picture 6" descr="C:\Users\Andry\Downloads\nodejs-logo.png"/>
          <p:cNvPicPr>
            <a:picLocks noChangeAspect="1" noChangeArrowheads="1"/>
          </p:cNvPicPr>
          <p:nvPr/>
        </p:nvPicPr>
        <p:blipFill>
          <a:blip r:embed="rId4"/>
          <a:srcRect/>
          <a:stretch>
            <a:fillRect/>
          </a:stretch>
        </p:blipFill>
        <p:spPr bwMode="auto">
          <a:xfrm>
            <a:off x="214282" y="2928934"/>
            <a:ext cx="2500298" cy="2077586"/>
          </a:xfrm>
          <a:prstGeom prst="rect">
            <a:avLst/>
          </a:prstGeom>
          <a:noFill/>
        </p:spPr>
      </p:pic>
      <p:pic>
        <p:nvPicPr>
          <p:cNvPr id="4105" name="Picture 9" descr="C:\Users\Andry\Downloads\VEC.png"/>
          <p:cNvPicPr>
            <a:picLocks noChangeAspect="1" noChangeArrowheads="1"/>
          </p:cNvPicPr>
          <p:nvPr/>
        </p:nvPicPr>
        <p:blipFill>
          <a:blip r:embed="rId5"/>
          <a:srcRect/>
          <a:stretch>
            <a:fillRect/>
          </a:stretch>
        </p:blipFill>
        <p:spPr bwMode="auto">
          <a:xfrm>
            <a:off x="285721" y="4857760"/>
            <a:ext cx="2471994" cy="1457325"/>
          </a:xfrm>
          <a:prstGeom prst="rect">
            <a:avLst/>
          </a:prstGeom>
          <a:noFill/>
        </p:spPr>
      </p:pic>
      <p:pic>
        <p:nvPicPr>
          <p:cNvPr id="4106" name="Picture 10" descr="C:\Users\Andry\Downloads\VP.jpg"/>
          <p:cNvPicPr>
            <a:picLocks noChangeAspect="1" noChangeArrowheads="1"/>
          </p:cNvPicPr>
          <p:nvPr/>
        </p:nvPicPr>
        <p:blipFill>
          <a:blip r:embed="rId6"/>
          <a:srcRect/>
          <a:stretch>
            <a:fillRect/>
          </a:stretch>
        </p:blipFill>
        <p:spPr bwMode="auto">
          <a:xfrm>
            <a:off x="6517135" y="2599200"/>
            <a:ext cx="1905000" cy="1905000"/>
          </a:xfrm>
          <a:prstGeom prst="rect">
            <a:avLst/>
          </a:prstGeom>
          <a:noFill/>
        </p:spPr>
      </p:pic>
      <p:pic>
        <p:nvPicPr>
          <p:cNvPr id="4107" name="Picture 11" descr="C:\Users\Andry\Downloads\sql_pagadmin.png"/>
          <p:cNvPicPr>
            <a:picLocks noChangeAspect="1" noChangeArrowheads="1"/>
          </p:cNvPicPr>
          <p:nvPr/>
        </p:nvPicPr>
        <p:blipFill>
          <a:blip r:embed="rId7"/>
          <a:srcRect/>
          <a:stretch>
            <a:fillRect/>
          </a:stretch>
        </p:blipFill>
        <p:spPr bwMode="auto">
          <a:xfrm>
            <a:off x="285720" y="857232"/>
            <a:ext cx="2071702" cy="2143140"/>
          </a:xfrm>
          <a:prstGeom prst="rect">
            <a:avLst/>
          </a:prstGeom>
          <a:noFill/>
        </p:spPr>
      </p:pic>
      <p:pic>
        <p:nvPicPr>
          <p:cNvPr id="14" name="13 Imagen" descr="vaadin.png"/>
          <p:cNvPicPr>
            <a:picLocks noChangeAspect="1"/>
          </p:cNvPicPr>
          <p:nvPr/>
        </p:nvPicPr>
        <p:blipFill>
          <a:blip r:embed="rId8"/>
          <a:stretch>
            <a:fillRect/>
          </a:stretch>
        </p:blipFill>
        <p:spPr>
          <a:xfrm>
            <a:off x="6082166" y="1323068"/>
            <a:ext cx="2481263" cy="1047750"/>
          </a:xfrm>
          <a:prstGeom prst="rect">
            <a:avLst/>
          </a:prstGeom>
        </p:spPr>
      </p:pic>
      <p:pic>
        <p:nvPicPr>
          <p:cNvPr id="15" name="14 Imagen" descr="java.jpg"/>
          <p:cNvPicPr>
            <a:picLocks noChangeAspect="1"/>
          </p:cNvPicPr>
          <p:nvPr/>
        </p:nvPicPr>
        <p:blipFill>
          <a:blip r:embed="rId9"/>
          <a:stretch>
            <a:fillRect/>
          </a:stretch>
        </p:blipFill>
        <p:spPr>
          <a:xfrm>
            <a:off x="7552268" y="4804229"/>
            <a:ext cx="1591732" cy="1712685"/>
          </a:xfrm>
          <a:prstGeom prst="rect">
            <a:avLst/>
          </a:prstGeom>
        </p:spPr>
      </p:pic>
      <p:pic>
        <p:nvPicPr>
          <p:cNvPr id="16" name="15 Imagen" descr="git.png"/>
          <p:cNvPicPr>
            <a:picLocks noChangeAspect="1"/>
          </p:cNvPicPr>
          <p:nvPr/>
        </p:nvPicPr>
        <p:blipFill>
          <a:blip r:embed="rId10"/>
          <a:stretch>
            <a:fillRect/>
          </a:stretch>
        </p:blipFill>
        <p:spPr>
          <a:xfrm>
            <a:off x="3398376" y="4809891"/>
            <a:ext cx="1594537" cy="1594537"/>
          </a:xfrm>
          <a:prstGeom prst="rect">
            <a:avLst/>
          </a:prstGeom>
        </p:spPr>
      </p:pic>
      <p:pic>
        <p:nvPicPr>
          <p:cNvPr id="17" name="16 Imagen" descr="github.png"/>
          <p:cNvPicPr>
            <a:picLocks noChangeAspect="1"/>
          </p:cNvPicPr>
          <p:nvPr/>
        </p:nvPicPr>
        <p:blipFill>
          <a:blip r:embed="rId11"/>
          <a:stretch>
            <a:fillRect/>
          </a:stretch>
        </p:blipFill>
        <p:spPr>
          <a:xfrm>
            <a:off x="5372100" y="4762500"/>
            <a:ext cx="2160815" cy="1600200"/>
          </a:xfrm>
          <a:prstGeom prst="rect">
            <a:avLst/>
          </a:prstGeom>
        </p:spPr>
      </p:pic>
      <p:pic>
        <p:nvPicPr>
          <p:cNvPr id="18" name="17 Imagen" descr="spring.png"/>
          <p:cNvPicPr>
            <a:picLocks noChangeAspect="1"/>
          </p:cNvPicPr>
          <p:nvPr/>
        </p:nvPicPr>
        <p:blipFill>
          <a:blip r:embed="rId12"/>
          <a:stretch>
            <a:fillRect/>
          </a:stretch>
        </p:blipFill>
        <p:spPr>
          <a:xfrm>
            <a:off x="2606683" y="1173390"/>
            <a:ext cx="3068403" cy="873125"/>
          </a:xfrm>
          <a:prstGeom prst="rect">
            <a:avLst/>
          </a:prstGeom>
        </p:spPr>
      </p:pic>
    </p:spTree>
    <p:extLst>
      <p:ext uri="{BB962C8B-B14F-4D97-AF65-F5344CB8AC3E}">
        <p14:creationId xmlns:p14="http://schemas.microsoft.com/office/powerpoint/2010/main" val="32398563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8229240" cy="754743"/>
          </a:xfrm>
        </p:spPr>
        <p:txBody>
          <a:bodyPr/>
          <a:lstStyle/>
          <a:p>
            <a:r>
              <a:rPr lang="es-ES" sz="2800" b="1" dirty="0">
                <a:solidFill>
                  <a:schemeClr val="bg1"/>
                </a:solidFill>
              </a:rPr>
              <a:t>Propuesta de Solución</a:t>
            </a:r>
          </a:p>
        </p:txBody>
      </p:sp>
      <p:sp>
        <p:nvSpPr>
          <p:cNvPr id="6" name="5 Marcador de contenido"/>
          <p:cNvSpPr>
            <a:spLocks noGrp="1"/>
          </p:cNvSpPr>
          <p:nvPr>
            <p:ph idx="4294967295"/>
          </p:nvPr>
        </p:nvSpPr>
        <p:spPr>
          <a:xfrm>
            <a:off x="457200" y="836613"/>
            <a:ext cx="8435975" cy="1806569"/>
          </a:xfrm>
          <a:prstGeom prst="rect">
            <a:avLst/>
          </a:prstGeom>
        </p:spPr>
        <p:txBody>
          <a:bodyPr/>
          <a:lstStyle/>
          <a:p>
            <a:endParaRPr lang="es-ES" dirty="0"/>
          </a:p>
          <a:p>
            <a:endParaRPr lang="es-ES" dirty="0"/>
          </a:p>
        </p:txBody>
      </p:sp>
      <p:pic>
        <p:nvPicPr>
          <p:cNvPr id="7" name="6 Imagen" descr="50242602-pensando-el-hombre-de-negocios-la-solución-de-un-problema.jpg"/>
          <p:cNvPicPr>
            <a:picLocks noChangeAspect="1"/>
          </p:cNvPicPr>
          <p:nvPr/>
        </p:nvPicPr>
        <p:blipFill>
          <a:blip r:embed="rId3"/>
          <a:stretch>
            <a:fillRect/>
          </a:stretch>
        </p:blipFill>
        <p:spPr>
          <a:xfrm>
            <a:off x="1" y="3512457"/>
            <a:ext cx="9144000" cy="3047999"/>
          </a:xfrm>
          <a:prstGeom prst="rect">
            <a:avLst/>
          </a:prstGeom>
        </p:spPr>
      </p:pic>
      <p:pic>
        <p:nvPicPr>
          <p:cNvPr id="8" name="7 Imagen" descr="software-de-gestion.jpg"/>
          <p:cNvPicPr>
            <a:picLocks noChangeAspect="1"/>
          </p:cNvPicPr>
          <p:nvPr/>
        </p:nvPicPr>
        <p:blipFill>
          <a:blip r:embed="rId4"/>
          <a:stretch>
            <a:fillRect/>
          </a:stretch>
        </p:blipFill>
        <p:spPr>
          <a:xfrm>
            <a:off x="0" y="774700"/>
            <a:ext cx="9144000" cy="2592614"/>
          </a:xfrm>
          <a:prstGeom prst="rect">
            <a:avLst/>
          </a:prstGeom>
        </p:spPr>
      </p:pic>
    </p:spTree>
    <p:extLst>
      <p:ext uri="{BB962C8B-B14F-4D97-AF65-F5344CB8AC3E}">
        <p14:creationId xmlns:p14="http://schemas.microsoft.com/office/powerpoint/2010/main" val="32398563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ítulo 1"/>
          <p:cNvSpPr>
            <a:spLocks noGrp="1"/>
          </p:cNvSpPr>
          <p:nvPr>
            <p:ph type="title"/>
          </p:nvPr>
        </p:nvSpPr>
        <p:spPr>
          <a:xfrm>
            <a:off x="141288" y="-184150"/>
            <a:ext cx="8228012" cy="1146175"/>
          </a:xfrm>
        </p:spPr>
        <p:txBody>
          <a:bodyPr/>
          <a:lstStyle/>
          <a:p>
            <a:r>
              <a:rPr lang="es-ES" altLang="es-ES" sz="4000" dirty="0">
                <a:solidFill>
                  <a:schemeClr val="bg1"/>
                </a:solidFill>
              </a:rPr>
              <a:t>Conclusiones</a:t>
            </a:r>
          </a:p>
        </p:txBody>
      </p:sp>
      <p:sp>
        <p:nvSpPr>
          <p:cNvPr id="3" name="2 CuadroTexto"/>
          <p:cNvSpPr txBox="1"/>
          <p:nvPr/>
        </p:nvSpPr>
        <p:spPr>
          <a:xfrm>
            <a:off x="537029" y="1291771"/>
            <a:ext cx="7213600" cy="369332"/>
          </a:xfrm>
          <a:prstGeom prst="rect">
            <a:avLst/>
          </a:prstGeom>
          <a:noFill/>
        </p:spPr>
        <p:txBody>
          <a:bodyPr wrap="square" rtlCol="0">
            <a:spAutoFit/>
          </a:bodyPr>
          <a:lstStyle/>
          <a:p>
            <a:endParaRPr lang="es-ES" dirty="0"/>
          </a:p>
        </p:txBody>
      </p:sp>
      <p:sp>
        <p:nvSpPr>
          <p:cNvPr id="4" name="3 CuadroTexto"/>
          <p:cNvSpPr txBox="1"/>
          <p:nvPr/>
        </p:nvSpPr>
        <p:spPr>
          <a:xfrm>
            <a:off x="261258" y="1088571"/>
            <a:ext cx="8447314" cy="3785652"/>
          </a:xfrm>
          <a:prstGeom prst="rect">
            <a:avLst/>
          </a:prstGeom>
          <a:noFill/>
        </p:spPr>
        <p:txBody>
          <a:bodyPr wrap="square" rtlCol="0">
            <a:spAutoFit/>
          </a:bodyPr>
          <a:lstStyle/>
          <a:p>
            <a:pPr algn="just">
              <a:buFont typeface="Wingdings" pitchFamily="2" charset="2"/>
              <a:buChar char="ü"/>
            </a:pPr>
            <a:r>
              <a:rPr lang="es-ES" sz="2400" dirty="0"/>
              <a:t>Se puede concluir que, a lo largo de la PID V, se llevaron a cabo una serie de tareas que permitieron cumplir el objetivo de diseñar un sistema de gestión para la asignación y control de los recursos materiales en la Facultad; proceso que vino acompañado por un desarrollo formativo del estudiante a lo largo del semestre</a:t>
            </a:r>
          </a:p>
          <a:p>
            <a:pPr algn="just"/>
            <a:endParaRPr lang="es-ES" sz="2400" dirty="0"/>
          </a:p>
          <a:p>
            <a:pPr algn="just">
              <a:buFont typeface="Wingdings" pitchFamily="2" charset="2"/>
              <a:buChar char="ü"/>
            </a:pPr>
            <a:r>
              <a:rPr lang="es-ES" sz="2400" dirty="0"/>
              <a:t>El software desarrollado hasta el momento cumple con las expectativas previstas, siendo una propuesta de solución viable y correcta.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A07E05-EEF3-481D-85E3-E75FB358FB81}"/>
              </a:ext>
            </a:extLst>
          </p:cNvPr>
          <p:cNvSpPr>
            <a:spLocks noGrp="1"/>
          </p:cNvSpPr>
          <p:nvPr>
            <p:ph type="title"/>
          </p:nvPr>
        </p:nvSpPr>
        <p:spPr>
          <a:xfrm>
            <a:off x="457200" y="273600"/>
            <a:ext cx="6624084" cy="353721"/>
          </a:xfrm>
        </p:spPr>
        <p:txBody>
          <a:bodyPr/>
          <a:lstStyle/>
          <a:p>
            <a:r>
              <a:rPr lang="es-ES" sz="2400" dirty="0">
                <a:solidFill>
                  <a:schemeClr val="bg1"/>
                </a:solidFill>
              </a:rPr>
              <a:t>Diagrama de clases persistentes</a:t>
            </a:r>
            <a:endParaRPr lang="es-CU" sz="2400" dirty="0">
              <a:solidFill>
                <a:schemeClr val="bg1"/>
              </a:solidFill>
            </a:endParaRPr>
          </a:p>
        </p:txBody>
      </p:sp>
      <p:pic>
        <p:nvPicPr>
          <p:cNvPr id="5" name="Imagen 4">
            <a:extLst>
              <a:ext uri="{FF2B5EF4-FFF2-40B4-BE49-F238E27FC236}">
                <a16:creationId xmlns:a16="http://schemas.microsoft.com/office/drawing/2014/main" id="{5E4E94E0-BDD7-44C4-B48C-DBCB40040A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284" y="1266480"/>
            <a:ext cx="8527311" cy="5091790"/>
          </a:xfrm>
          <a:prstGeom prst="rect">
            <a:avLst/>
          </a:prstGeom>
        </p:spPr>
      </p:pic>
    </p:spTree>
    <p:extLst>
      <p:ext uri="{BB962C8B-B14F-4D97-AF65-F5344CB8AC3E}">
        <p14:creationId xmlns:p14="http://schemas.microsoft.com/office/powerpoint/2010/main" val="4262000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ítulo 1"/>
          <p:cNvSpPr>
            <a:spLocks noGrp="1"/>
          </p:cNvSpPr>
          <p:nvPr>
            <p:ph type="title"/>
          </p:nvPr>
        </p:nvSpPr>
        <p:spPr>
          <a:xfrm>
            <a:off x="141288" y="-184150"/>
            <a:ext cx="8228012" cy="1146175"/>
          </a:xfrm>
        </p:spPr>
        <p:txBody>
          <a:bodyPr/>
          <a:lstStyle/>
          <a:p>
            <a:r>
              <a:rPr lang="es-ES" altLang="es-ES" sz="3200" dirty="0">
                <a:solidFill>
                  <a:schemeClr val="bg1"/>
                </a:solidFill>
              </a:rPr>
              <a:t>Anexos: </a:t>
            </a:r>
          </a:p>
        </p:txBody>
      </p:sp>
      <p:pic>
        <p:nvPicPr>
          <p:cNvPr id="4" name="3 Imagen" descr="repositorio.PNG"/>
          <p:cNvPicPr>
            <a:picLocks noChangeAspect="1"/>
          </p:cNvPicPr>
          <p:nvPr/>
        </p:nvPicPr>
        <p:blipFill>
          <a:blip r:embed="rId2"/>
          <a:stretch>
            <a:fillRect/>
          </a:stretch>
        </p:blipFill>
        <p:spPr>
          <a:xfrm>
            <a:off x="0" y="986971"/>
            <a:ext cx="9144000" cy="558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Shape 1"/>
          <p:cNvSpPr txBox="1">
            <a:spLocks noChangeArrowheads="1"/>
          </p:cNvSpPr>
          <p:nvPr/>
        </p:nvSpPr>
        <p:spPr bwMode="auto">
          <a:xfrm>
            <a:off x="166263" y="1774446"/>
            <a:ext cx="7675563" cy="1800225"/>
          </a:xfrm>
          <a:prstGeom prst="rect">
            <a:avLst/>
          </a:prstGeom>
          <a:noFill/>
          <a:ln w="9525">
            <a:noFill/>
            <a:miter lim="800000"/>
            <a:headEnd/>
            <a:tailEnd/>
          </a:ln>
        </p:spPr>
        <p:txBody>
          <a:bodyPr anchor="ctr"/>
          <a:lstStyle/>
          <a:p>
            <a:pPr algn="ctr" eaLnBrk="1" hangingPunct="1"/>
            <a:r>
              <a:rPr lang="es-ES" altLang="es-ES" sz="3600" b="1" dirty="0">
                <a:solidFill>
                  <a:srgbClr val="FFFFFF"/>
                </a:solidFill>
              </a:rPr>
              <a:t>Perfil de Trabajo de Diploma</a:t>
            </a:r>
            <a:endParaRPr lang="es-ES" altLang="es-ES" dirty="0"/>
          </a:p>
        </p:txBody>
      </p:sp>
      <p:sp>
        <p:nvSpPr>
          <p:cNvPr id="28675" name="CustomShape 2"/>
          <p:cNvSpPr>
            <a:spLocks noChangeArrowheads="1"/>
          </p:cNvSpPr>
          <p:nvPr/>
        </p:nvSpPr>
        <p:spPr bwMode="auto">
          <a:xfrm>
            <a:off x="253755" y="4881295"/>
            <a:ext cx="5329237" cy="1674051"/>
          </a:xfrm>
          <a:prstGeom prst="rect">
            <a:avLst/>
          </a:prstGeom>
          <a:noFill/>
          <a:ln w="9525">
            <a:noFill/>
            <a:miter lim="800000"/>
            <a:headEnd/>
            <a:tailEnd/>
          </a:ln>
        </p:spPr>
        <p:txBody>
          <a:bodyPr lIns="90000" tIns="46800" rIns="90000" bIns="46800"/>
          <a:lstStyle/>
          <a:p>
            <a:pPr algn="just" eaLnBrk="1" hangingPunct="1"/>
            <a:r>
              <a:rPr lang="es-ES" altLang="es-ES" sz="2000" dirty="0">
                <a:solidFill>
                  <a:srgbClr val="FFFFFF"/>
                </a:solidFill>
              </a:rPr>
              <a:t>Autores:</a:t>
            </a:r>
          </a:p>
          <a:p>
            <a:pPr algn="just" eaLnBrk="1" hangingPunct="1">
              <a:buFont typeface="Arial" pitchFamily="34" charset="0"/>
              <a:buChar char="•"/>
            </a:pPr>
            <a:r>
              <a:rPr lang="es-ES" altLang="es-ES" sz="2000" dirty="0">
                <a:solidFill>
                  <a:srgbClr val="FFFFFF"/>
                </a:solidFill>
              </a:rPr>
              <a:t>Marlín Remigio Días</a:t>
            </a:r>
          </a:p>
          <a:p>
            <a:pPr algn="just" eaLnBrk="1" hangingPunct="1">
              <a:buFont typeface="Arial" pitchFamily="34" charset="0"/>
              <a:buChar char="•"/>
            </a:pPr>
            <a:r>
              <a:rPr lang="es-ES" altLang="es-ES" sz="2000" dirty="0">
                <a:solidFill>
                  <a:srgbClr val="FFFFFF"/>
                </a:solidFill>
              </a:rPr>
              <a:t>Leinier Caraballo Yanes</a:t>
            </a:r>
          </a:p>
          <a:p>
            <a:pPr eaLnBrk="1" hangingPunct="1"/>
            <a:endParaRPr lang="es-ES" altLang="es-ES" dirty="0"/>
          </a:p>
        </p:txBody>
      </p:sp>
      <p:sp>
        <p:nvSpPr>
          <p:cNvPr id="28676" name="TextShape 3"/>
          <p:cNvSpPr txBox="1">
            <a:spLocks noChangeArrowheads="1"/>
          </p:cNvSpPr>
          <p:nvPr/>
        </p:nvSpPr>
        <p:spPr bwMode="auto">
          <a:xfrm>
            <a:off x="142875" y="3914417"/>
            <a:ext cx="9001125" cy="922338"/>
          </a:xfrm>
          <a:prstGeom prst="rect">
            <a:avLst/>
          </a:prstGeom>
          <a:noFill/>
          <a:ln w="9525">
            <a:noFill/>
            <a:miter lim="800000"/>
            <a:headEnd/>
            <a:tailEnd/>
          </a:ln>
        </p:spPr>
        <p:txBody>
          <a:bodyPr/>
          <a:lstStyle/>
          <a:p>
            <a:pPr algn="just" eaLnBrk="1" hangingPunct="1"/>
            <a:r>
              <a:rPr lang="es-ES" altLang="es-ES" sz="2800" dirty="0">
                <a:solidFill>
                  <a:schemeClr val="bg1"/>
                </a:solidFill>
              </a:rPr>
              <a:t>Título: </a:t>
            </a:r>
            <a:r>
              <a:rPr lang="es-ES" sz="2800" dirty="0">
                <a:solidFill>
                  <a:schemeClr val="bg1"/>
                </a:solidFill>
              </a:rPr>
              <a:t>Sistema de gestión para la asignación y control de los recursos materiales de la Facultad 4</a:t>
            </a:r>
          </a:p>
          <a:p>
            <a:pPr algn="ctr" eaLnBrk="1" hangingPunct="1">
              <a:buFont typeface="Arial" pitchFamily="34" charset="0"/>
              <a:buNone/>
            </a:pPr>
            <a:endParaRPr lang="es-ES" altLang="es-ES" sz="2800" dirty="0">
              <a:solidFill>
                <a:srgbClr val="FFFF99"/>
              </a:solidFill>
            </a:endParaRPr>
          </a:p>
          <a:p>
            <a:pPr algn="ctr" eaLnBrk="1" hangingPunct="1"/>
            <a:r>
              <a:rPr lang="es-ES" altLang="es-ES" sz="2800" dirty="0">
                <a:solidFill>
                  <a:srgbClr val="FFFF99"/>
                </a:solidFill>
              </a:rPr>
              <a:t> </a:t>
            </a:r>
            <a:endParaRPr lang="es-ES" altLang="es-ES" dirty="0"/>
          </a:p>
        </p:txBody>
      </p:sp>
      <p:sp>
        <p:nvSpPr>
          <p:cNvPr id="6" name="5 CuadroTexto"/>
          <p:cNvSpPr txBox="1"/>
          <p:nvPr/>
        </p:nvSpPr>
        <p:spPr>
          <a:xfrm>
            <a:off x="5409127" y="6063666"/>
            <a:ext cx="3734873" cy="646331"/>
          </a:xfrm>
          <a:prstGeom prst="rect">
            <a:avLst/>
          </a:prstGeom>
          <a:noFill/>
        </p:spPr>
        <p:txBody>
          <a:bodyPr wrap="square" rtlCol="0">
            <a:spAutoFit/>
          </a:bodyPr>
          <a:lstStyle/>
          <a:p>
            <a:r>
              <a:rPr lang="es-ES" dirty="0">
                <a:solidFill>
                  <a:schemeClr val="bg1"/>
                </a:solidFill>
              </a:rPr>
              <a:t>La Habana, 10 de marzo de 2022</a:t>
            </a:r>
          </a:p>
          <a:p>
            <a:endParaRPr lang="es-ES" dirty="0">
              <a:solidFill>
                <a:schemeClr val="bg1"/>
              </a:solidFill>
            </a:endParaRPr>
          </a:p>
        </p:txBody>
      </p:sp>
      <p:sp>
        <p:nvSpPr>
          <p:cNvPr id="9" name="8 CuadroTexto"/>
          <p:cNvSpPr txBox="1"/>
          <p:nvPr/>
        </p:nvSpPr>
        <p:spPr>
          <a:xfrm>
            <a:off x="5743978" y="6488668"/>
            <a:ext cx="3181082" cy="369332"/>
          </a:xfrm>
          <a:prstGeom prst="rect">
            <a:avLst/>
          </a:prstGeom>
          <a:noFill/>
        </p:spPr>
        <p:txBody>
          <a:bodyPr wrap="square" rtlCol="0">
            <a:spAutoFit/>
          </a:bodyPr>
          <a:lstStyle/>
          <a:p>
            <a:r>
              <a:rPr lang="es-ES" dirty="0">
                <a:solidFill>
                  <a:schemeClr val="bg1"/>
                </a:solidFill>
              </a:rPr>
              <a:t>``Año 64 de la Revolución´´</a:t>
            </a:r>
          </a:p>
        </p:txBody>
      </p:sp>
    </p:spTree>
    <p:extLst>
      <p:ext uri="{BB962C8B-B14F-4D97-AF65-F5344CB8AC3E}">
        <p14:creationId xmlns:p14="http://schemas.microsoft.com/office/powerpoint/2010/main" val="4210793483"/>
      </p:ext>
    </p:extLst>
  </p:cSld>
  <p:clrMapOvr>
    <a:masterClrMapping/>
  </p:clrMapOvr>
  <p:transition>
    <p:fade/>
  </p:transition>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4025</TotalTime>
  <Words>665</Words>
  <Application>Microsoft Office PowerPoint</Application>
  <PresentationFormat>Presentación en pantalla (4:3)</PresentationFormat>
  <Paragraphs>80</Paragraphs>
  <Slides>13</Slides>
  <Notes>9</Notes>
  <HiddenSlides>0</HiddenSlides>
  <MMClips>0</MMClips>
  <ScaleCrop>false</ScaleCrop>
  <HeadingPairs>
    <vt:vector size="6" baseType="variant">
      <vt:variant>
        <vt:lpstr>Fuentes usadas</vt:lpstr>
      </vt:variant>
      <vt:variant>
        <vt:i4>2</vt:i4>
      </vt:variant>
      <vt:variant>
        <vt:lpstr>Tema</vt:lpstr>
      </vt:variant>
      <vt:variant>
        <vt:i4>2</vt:i4>
      </vt:variant>
      <vt:variant>
        <vt:lpstr>Títulos de diapositiva</vt:lpstr>
      </vt:variant>
      <vt:variant>
        <vt:i4>13</vt:i4>
      </vt:variant>
    </vt:vector>
  </HeadingPairs>
  <TitlesOfParts>
    <vt:vector size="17" baseType="lpstr">
      <vt:lpstr>Arial</vt:lpstr>
      <vt:lpstr>Wingdings</vt:lpstr>
      <vt:lpstr>Office Theme</vt:lpstr>
      <vt:lpstr>Office Theme</vt:lpstr>
      <vt:lpstr>Presentación de PowerPoint</vt:lpstr>
      <vt:lpstr>Presentación de PowerPoint</vt:lpstr>
      <vt:lpstr>Presentación de PowerPoint</vt:lpstr>
      <vt:lpstr>Presentación de PowerPoint</vt:lpstr>
      <vt:lpstr>Problema de Investigación</vt:lpstr>
      <vt:lpstr>Tareas de la Investigación</vt:lpstr>
      <vt:lpstr>Sistemas similares:</vt:lpstr>
      <vt:lpstr>Herramientas y Tecnologías</vt:lpstr>
      <vt:lpstr>Propuesta de Solución</vt:lpstr>
      <vt:lpstr>Conclusiones</vt:lpstr>
      <vt:lpstr>Diagrama de clases persistentes</vt:lpstr>
      <vt:lpstr>Anexos: </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Susel</dc:creator>
  <cp:lastModifiedBy>leinier</cp:lastModifiedBy>
  <cp:revision>251</cp:revision>
  <dcterms:modified xsi:type="dcterms:W3CDTF">2022-03-11T09:23:43Z</dcterms:modified>
</cp:coreProperties>
</file>